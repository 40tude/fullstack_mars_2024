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8" r:id="rId3"/>
    <p:sldId id="261" r:id="rId4"/>
    <p:sldId id="257" r:id="rId5"/>
    <p:sldId id="263" r:id="rId6"/>
    <p:sldId id="262" r:id="rId7"/>
    <p:sldId id="264" r:id="rId8"/>
    <p:sldId id="265" r:id="rId9"/>
    <p:sldId id="259" r:id="rId10"/>
    <p:sldId id="260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98B226-D44E-43DD-8DC2-A739B3EEA534}" v="49" dt="2024-03-26T13:59:09.0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74397" autoAdjust="0"/>
  </p:normalViewPr>
  <p:slideViewPr>
    <p:cSldViewPr snapToGrid="0">
      <p:cViewPr varScale="1">
        <p:scale>
          <a:sx n="100" d="100"/>
          <a:sy n="100" d="100"/>
        </p:scale>
        <p:origin x="106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pe Baucour" userId="5102170ae7533958" providerId="LiveId" clId="{2898B226-D44E-43DD-8DC2-A739B3EEA534}"/>
    <pc:docChg chg="undo custSel addSld modSld sldOrd">
      <pc:chgData name="Philippe Baucour" userId="5102170ae7533958" providerId="LiveId" clId="{2898B226-D44E-43DD-8DC2-A739B3EEA534}" dt="2024-03-26T16:35:35.582" v="2928" actId="20577"/>
      <pc:docMkLst>
        <pc:docMk/>
      </pc:docMkLst>
      <pc:sldChg chg="modSp mod modNotesTx">
        <pc:chgData name="Philippe Baucour" userId="5102170ae7533958" providerId="LiveId" clId="{2898B226-D44E-43DD-8DC2-A739B3EEA534}" dt="2024-03-25T23:30:49.657" v="1906"/>
        <pc:sldMkLst>
          <pc:docMk/>
          <pc:sldMk cId="1752106106" sldId="256"/>
        </pc:sldMkLst>
        <pc:spChg chg="mod">
          <ac:chgData name="Philippe Baucour" userId="5102170ae7533958" providerId="LiveId" clId="{2898B226-D44E-43DD-8DC2-A739B3EEA534}" dt="2024-03-25T20:23:41.128" v="12" actId="6549"/>
          <ac:spMkLst>
            <pc:docMk/>
            <pc:sldMk cId="1752106106" sldId="256"/>
            <ac:spMk id="2" creationId="{77048D34-06B8-4BEF-39F3-DEC30B247BE9}"/>
          </ac:spMkLst>
        </pc:spChg>
      </pc:sldChg>
      <pc:sldChg chg="addSp delSp modSp new mod">
        <pc:chgData name="Philippe Baucour" userId="5102170ae7533958" providerId="LiveId" clId="{2898B226-D44E-43DD-8DC2-A739B3EEA534}" dt="2024-03-25T21:27:20.838" v="1179" actId="20577"/>
        <pc:sldMkLst>
          <pc:docMk/>
          <pc:sldMk cId="2316578575" sldId="257"/>
        </pc:sldMkLst>
        <pc:spChg chg="mod">
          <ac:chgData name="Philippe Baucour" userId="5102170ae7533958" providerId="LiveId" clId="{2898B226-D44E-43DD-8DC2-A739B3EEA534}" dt="2024-03-25T20:23:48.666" v="20" actId="20577"/>
          <ac:spMkLst>
            <pc:docMk/>
            <pc:sldMk cId="2316578575" sldId="257"/>
            <ac:spMk id="2" creationId="{AF9086A4-9D3D-2622-422B-4D778D8446A0}"/>
          </ac:spMkLst>
        </pc:spChg>
        <pc:spChg chg="mod">
          <ac:chgData name="Philippe Baucour" userId="5102170ae7533958" providerId="LiveId" clId="{2898B226-D44E-43DD-8DC2-A739B3EEA534}" dt="2024-03-25T21:27:20.838" v="1179" actId="20577"/>
          <ac:spMkLst>
            <pc:docMk/>
            <pc:sldMk cId="2316578575" sldId="257"/>
            <ac:spMk id="3" creationId="{C373A031-F013-EC2C-5A2F-672CAB81E6F3}"/>
          </ac:spMkLst>
        </pc:spChg>
        <pc:picChg chg="add del mod">
          <ac:chgData name="Philippe Baucour" userId="5102170ae7533958" providerId="LiveId" clId="{2898B226-D44E-43DD-8DC2-A739B3EEA534}" dt="2024-03-25T20:36:51.262" v="196" actId="21"/>
          <ac:picMkLst>
            <pc:docMk/>
            <pc:sldMk cId="2316578575" sldId="257"/>
            <ac:picMk id="5" creationId="{C2D34783-C6E4-301A-7FF1-B841B66054D1}"/>
          </ac:picMkLst>
        </pc:picChg>
        <pc:picChg chg="add del mod">
          <ac:chgData name="Philippe Baucour" userId="5102170ae7533958" providerId="LiveId" clId="{2898B226-D44E-43DD-8DC2-A739B3EEA534}" dt="2024-03-25T20:36:51.262" v="196" actId="21"/>
          <ac:picMkLst>
            <pc:docMk/>
            <pc:sldMk cId="2316578575" sldId="257"/>
            <ac:picMk id="7" creationId="{30C17F68-E2AA-3F3B-01AA-A173088A0525}"/>
          </ac:picMkLst>
        </pc:picChg>
      </pc:sldChg>
      <pc:sldChg chg="modSp new mod ord">
        <pc:chgData name="Philippe Baucour" userId="5102170ae7533958" providerId="LiveId" clId="{2898B226-D44E-43DD-8DC2-A739B3EEA534}" dt="2024-03-26T06:36:44.466" v="2067" actId="20577"/>
        <pc:sldMkLst>
          <pc:docMk/>
          <pc:sldMk cId="246086491" sldId="258"/>
        </pc:sldMkLst>
        <pc:spChg chg="mod">
          <ac:chgData name="Philippe Baucour" userId="5102170ae7533958" providerId="LiveId" clId="{2898B226-D44E-43DD-8DC2-A739B3EEA534}" dt="2024-03-26T06:35:25.773" v="2046" actId="20577"/>
          <ac:spMkLst>
            <pc:docMk/>
            <pc:sldMk cId="246086491" sldId="258"/>
            <ac:spMk id="2" creationId="{0973683F-97F4-B09A-A1A0-F35F30E7220F}"/>
          </ac:spMkLst>
        </pc:spChg>
        <pc:spChg chg="mod">
          <ac:chgData name="Philippe Baucour" userId="5102170ae7533958" providerId="LiveId" clId="{2898B226-D44E-43DD-8DC2-A739B3EEA534}" dt="2024-03-26T06:36:44.466" v="2067" actId="20577"/>
          <ac:spMkLst>
            <pc:docMk/>
            <pc:sldMk cId="246086491" sldId="258"/>
            <ac:spMk id="3" creationId="{A88399CA-BBD6-ECCC-534E-0335C54116C3}"/>
          </ac:spMkLst>
        </pc:spChg>
      </pc:sldChg>
      <pc:sldChg chg="addSp delSp modSp new mod modClrScheme chgLayout">
        <pc:chgData name="Philippe Baucour" userId="5102170ae7533958" providerId="LiveId" clId="{2898B226-D44E-43DD-8DC2-A739B3EEA534}" dt="2024-03-26T12:58:04.104" v="2165" actId="1036"/>
        <pc:sldMkLst>
          <pc:docMk/>
          <pc:sldMk cId="2297956533" sldId="259"/>
        </pc:sldMkLst>
        <pc:spChg chg="del mod ord">
          <ac:chgData name="Philippe Baucour" userId="5102170ae7533958" providerId="LiveId" clId="{2898B226-D44E-43DD-8DC2-A739B3EEA534}" dt="2024-03-25T20:36:57.314" v="198" actId="700"/>
          <ac:spMkLst>
            <pc:docMk/>
            <pc:sldMk cId="2297956533" sldId="259"/>
            <ac:spMk id="2" creationId="{1795F0E5-5114-923C-FD03-6D576AAF6A1C}"/>
          </ac:spMkLst>
        </pc:spChg>
        <pc:spChg chg="del">
          <ac:chgData name="Philippe Baucour" userId="5102170ae7533958" providerId="LiveId" clId="{2898B226-D44E-43DD-8DC2-A739B3EEA534}" dt="2024-03-25T20:36:57.314" v="198" actId="700"/>
          <ac:spMkLst>
            <pc:docMk/>
            <pc:sldMk cId="2297956533" sldId="259"/>
            <ac:spMk id="3" creationId="{D695CEF6-1CE8-F36A-573E-82A0EEE7310A}"/>
          </ac:spMkLst>
        </pc:spChg>
        <pc:spChg chg="add mod ord">
          <ac:chgData name="Philippe Baucour" userId="5102170ae7533958" providerId="LiveId" clId="{2898B226-D44E-43DD-8DC2-A739B3EEA534}" dt="2024-03-25T20:43:58.883" v="247" actId="20577"/>
          <ac:spMkLst>
            <pc:docMk/>
            <pc:sldMk cId="2297956533" sldId="259"/>
            <ac:spMk id="4" creationId="{CC2A2999-2A2B-52F7-227C-09A61B8C832C}"/>
          </ac:spMkLst>
        </pc:spChg>
        <pc:spChg chg="add del mod">
          <ac:chgData name="Philippe Baucour" userId="5102170ae7533958" providerId="LiveId" clId="{2898B226-D44E-43DD-8DC2-A739B3EEA534}" dt="2024-03-25T20:37:55.745" v="205" actId="478"/>
          <ac:spMkLst>
            <pc:docMk/>
            <pc:sldMk cId="2297956533" sldId="259"/>
            <ac:spMk id="6" creationId="{452BA12C-1C64-210E-B2C0-C13623D1F03D}"/>
          </ac:spMkLst>
        </pc:spChg>
        <pc:spChg chg="add mod">
          <ac:chgData name="Philippe Baucour" userId="5102170ae7533958" providerId="LiveId" clId="{2898B226-D44E-43DD-8DC2-A739B3EEA534}" dt="2024-03-26T12:57:45.303" v="2121" actId="14100"/>
          <ac:spMkLst>
            <pc:docMk/>
            <pc:sldMk cId="2297956533" sldId="259"/>
            <ac:spMk id="8" creationId="{D457F5E4-7C2D-FE4E-6227-42A5982DD0A8}"/>
          </ac:spMkLst>
        </pc:spChg>
        <pc:spChg chg="add mod">
          <ac:chgData name="Philippe Baucour" userId="5102170ae7533958" providerId="LiveId" clId="{2898B226-D44E-43DD-8DC2-A739B3EEA534}" dt="2024-03-26T12:58:04.104" v="2165" actId="1036"/>
          <ac:spMkLst>
            <pc:docMk/>
            <pc:sldMk cId="2297956533" sldId="259"/>
            <ac:spMk id="9" creationId="{08527DFB-C326-42D8-3868-92244B861396}"/>
          </ac:spMkLst>
        </pc:spChg>
        <pc:spChg chg="add mod">
          <ac:chgData name="Philippe Baucour" userId="5102170ae7533958" providerId="LiveId" clId="{2898B226-D44E-43DD-8DC2-A739B3EEA534}" dt="2024-03-25T23:34:25.463" v="1988" actId="1037"/>
          <ac:spMkLst>
            <pc:docMk/>
            <pc:sldMk cId="2297956533" sldId="259"/>
            <ac:spMk id="13" creationId="{D2E02F60-7FBB-0954-3EC7-9BF8BB5CB190}"/>
          </ac:spMkLst>
        </pc:spChg>
        <pc:spChg chg="add del mod">
          <ac:chgData name="Philippe Baucour" userId="5102170ae7533958" providerId="LiveId" clId="{2898B226-D44E-43DD-8DC2-A739B3EEA534}" dt="2024-03-25T20:44:47.984" v="293" actId="478"/>
          <ac:spMkLst>
            <pc:docMk/>
            <pc:sldMk cId="2297956533" sldId="259"/>
            <ac:spMk id="14" creationId="{B418B61A-1F5B-5AC7-DF8D-88F6A8C2A91A}"/>
          </ac:spMkLst>
        </pc:spChg>
        <pc:spChg chg="add mod">
          <ac:chgData name="Philippe Baucour" userId="5102170ae7533958" providerId="LiveId" clId="{2898B226-D44E-43DD-8DC2-A739B3EEA534}" dt="2024-03-25T23:34:39.227" v="1989" actId="1076"/>
          <ac:spMkLst>
            <pc:docMk/>
            <pc:sldMk cId="2297956533" sldId="259"/>
            <ac:spMk id="15" creationId="{C7AC9996-9E9A-41A8-EB31-C0F7BA65539C}"/>
          </ac:spMkLst>
        </pc:spChg>
        <pc:spChg chg="add mod">
          <ac:chgData name="Philippe Baucour" userId="5102170ae7533958" providerId="LiveId" clId="{2898B226-D44E-43DD-8DC2-A739B3EEA534}" dt="2024-03-26T12:57:59.339" v="2156" actId="1038"/>
          <ac:spMkLst>
            <pc:docMk/>
            <pc:sldMk cId="2297956533" sldId="259"/>
            <ac:spMk id="16" creationId="{7CEEECCA-816F-C774-7A9B-E096B178AD3F}"/>
          </ac:spMkLst>
        </pc:spChg>
        <pc:spChg chg="add mod">
          <ac:chgData name="Philippe Baucour" userId="5102170ae7533958" providerId="LiveId" clId="{2898B226-D44E-43DD-8DC2-A739B3EEA534}" dt="2024-03-25T21:45:48.304" v="1344" actId="1076"/>
          <ac:spMkLst>
            <pc:docMk/>
            <pc:sldMk cId="2297956533" sldId="259"/>
            <ac:spMk id="17" creationId="{1F5D8C2D-3CC9-9372-0A81-F086E089E33C}"/>
          </ac:spMkLst>
        </pc:spChg>
        <pc:spChg chg="add mod">
          <ac:chgData name="Philippe Baucour" userId="5102170ae7533958" providerId="LiveId" clId="{2898B226-D44E-43DD-8DC2-A739B3EEA534}" dt="2024-03-25T22:57:49.391" v="1723" actId="404"/>
          <ac:spMkLst>
            <pc:docMk/>
            <pc:sldMk cId="2297956533" sldId="259"/>
            <ac:spMk id="18" creationId="{2179BD8A-7831-07E4-0911-BFBDAF7266DC}"/>
          </ac:spMkLst>
        </pc:spChg>
        <pc:spChg chg="add mod">
          <ac:chgData name="Philippe Baucour" userId="5102170ae7533958" providerId="LiveId" clId="{2898B226-D44E-43DD-8DC2-A739B3EEA534}" dt="2024-03-25T22:57:43.260" v="1721" actId="404"/>
          <ac:spMkLst>
            <pc:docMk/>
            <pc:sldMk cId="2297956533" sldId="259"/>
            <ac:spMk id="19" creationId="{35A91468-4A5C-46EF-98C7-F3322B69D755}"/>
          </ac:spMkLst>
        </pc:spChg>
        <pc:spChg chg="add mod">
          <ac:chgData name="Philippe Baucour" userId="5102170ae7533958" providerId="LiveId" clId="{2898B226-D44E-43DD-8DC2-A739B3EEA534}" dt="2024-03-25T21:45:48.304" v="1344" actId="1076"/>
          <ac:spMkLst>
            <pc:docMk/>
            <pc:sldMk cId="2297956533" sldId="259"/>
            <ac:spMk id="20" creationId="{39FD7A89-145B-B9DD-B7A9-927CFBCE35B4}"/>
          </ac:spMkLst>
        </pc:spChg>
        <pc:spChg chg="add mod">
          <ac:chgData name="Philippe Baucour" userId="5102170ae7533958" providerId="LiveId" clId="{2898B226-D44E-43DD-8DC2-A739B3EEA534}" dt="2024-03-25T22:58:43.861" v="1736" actId="1076"/>
          <ac:spMkLst>
            <pc:docMk/>
            <pc:sldMk cId="2297956533" sldId="259"/>
            <ac:spMk id="21" creationId="{C1F883C3-1957-5A1D-3F88-2890E5ECB526}"/>
          </ac:spMkLst>
        </pc:spChg>
        <pc:spChg chg="add mod">
          <ac:chgData name="Philippe Baucour" userId="5102170ae7533958" providerId="LiveId" clId="{2898B226-D44E-43DD-8DC2-A739B3EEA534}" dt="2024-03-25T22:59:04.038" v="1739" actId="1076"/>
          <ac:spMkLst>
            <pc:docMk/>
            <pc:sldMk cId="2297956533" sldId="259"/>
            <ac:spMk id="23" creationId="{4FF3DE83-4CA3-BF0B-9E16-E7C6AF92DA2C}"/>
          </ac:spMkLst>
        </pc:spChg>
        <pc:picChg chg="add mod">
          <ac:chgData name="Philippe Baucour" userId="5102170ae7533958" providerId="LiveId" clId="{2898B226-D44E-43DD-8DC2-A739B3EEA534}" dt="2024-03-25T21:45:48.304" v="1344" actId="1076"/>
          <ac:picMkLst>
            <pc:docMk/>
            <pc:sldMk cId="2297956533" sldId="259"/>
            <ac:picMk id="5" creationId="{C2D34783-C6E4-301A-7FF1-B841B66054D1}"/>
          </ac:picMkLst>
        </pc:picChg>
        <pc:picChg chg="add mod">
          <ac:chgData name="Philippe Baucour" userId="5102170ae7533958" providerId="LiveId" clId="{2898B226-D44E-43DD-8DC2-A739B3EEA534}" dt="2024-03-25T21:45:48.304" v="1344" actId="1076"/>
          <ac:picMkLst>
            <pc:docMk/>
            <pc:sldMk cId="2297956533" sldId="259"/>
            <ac:picMk id="7" creationId="{30C17F68-E2AA-3F3B-01AA-A173088A0525}"/>
          </ac:picMkLst>
        </pc:picChg>
        <pc:picChg chg="add mod">
          <ac:chgData name="Philippe Baucour" userId="5102170ae7533958" providerId="LiveId" clId="{2898B226-D44E-43DD-8DC2-A739B3EEA534}" dt="2024-03-25T23:34:25.463" v="1988" actId="1037"/>
          <ac:picMkLst>
            <pc:docMk/>
            <pc:sldMk cId="2297956533" sldId="259"/>
            <ac:picMk id="11" creationId="{7CCBDF41-572B-4E3C-C004-9823BB4A4AE3}"/>
          </ac:picMkLst>
        </pc:picChg>
      </pc:sldChg>
      <pc:sldChg chg="addSp delSp modSp new mod">
        <pc:chgData name="Philippe Baucour" userId="5102170ae7533958" providerId="LiveId" clId="{2898B226-D44E-43DD-8DC2-A739B3EEA534}" dt="2024-03-25T23:33:37.019" v="1964" actId="1038"/>
        <pc:sldMkLst>
          <pc:docMk/>
          <pc:sldMk cId="3605500931" sldId="260"/>
        </pc:sldMkLst>
        <pc:spChg chg="add mod">
          <ac:chgData name="Philippe Baucour" userId="5102170ae7533958" providerId="LiveId" clId="{2898B226-D44E-43DD-8DC2-A739B3EEA534}" dt="2024-03-25T23:11:59.796" v="1890" actId="1038"/>
          <ac:spMkLst>
            <pc:docMk/>
            <pc:sldMk cId="3605500931" sldId="260"/>
            <ac:spMk id="8" creationId="{923047B7-6CF2-0C76-DBE8-590543627D41}"/>
          </ac:spMkLst>
        </pc:spChg>
        <pc:spChg chg="add del mod">
          <ac:chgData name="Philippe Baucour" userId="5102170ae7533958" providerId="LiveId" clId="{2898B226-D44E-43DD-8DC2-A739B3EEA534}" dt="2024-03-25T23:07:41.526" v="1824" actId="478"/>
          <ac:spMkLst>
            <pc:docMk/>
            <pc:sldMk cId="3605500931" sldId="260"/>
            <ac:spMk id="9" creationId="{5AC7DDD0-0313-0CBC-9153-A4FEAAA6AD73}"/>
          </ac:spMkLst>
        </pc:spChg>
        <pc:spChg chg="add del mod">
          <ac:chgData name="Philippe Baucour" userId="5102170ae7533958" providerId="LiveId" clId="{2898B226-D44E-43DD-8DC2-A739B3EEA534}" dt="2024-03-25T23:11:26.218" v="1845" actId="478"/>
          <ac:spMkLst>
            <pc:docMk/>
            <pc:sldMk cId="3605500931" sldId="260"/>
            <ac:spMk id="10" creationId="{610790B0-7871-916C-346A-F389CBDF9B1C}"/>
          </ac:spMkLst>
        </pc:spChg>
        <pc:spChg chg="add mod">
          <ac:chgData name="Philippe Baucour" userId="5102170ae7533958" providerId="LiveId" clId="{2898B226-D44E-43DD-8DC2-A739B3EEA534}" dt="2024-03-25T23:11:59.796" v="1890" actId="1038"/>
          <ac:spMkLst>
            <pc:docMk/>
            <pc:sldMk cId="3605500931" sldId="260"/>
            <ac:spMk id="11" creationId="{7BAB3930-9692-2453-2120-644803235837}"/>
          </ac:spMkLst>
        </pc:spChg>
        <pc:spChg chg="add mod">
          <ac:chgData name="Philippe Baucour" userId="5102170ae7533958" providerId="LiveId" clId="{2898B226-D44E-43DD-8DC2-A739B3EEA534}" dt="2024-03-25T23:11:59.796" v="1890" actId="1038"/>
          <ac:spMkLst>
            <pc:docMk/>
            <pc:sldMk cId="3605500931" sldId="260"/>
            <ac:spMk id="12" creationId="{00BE6969-44EF-50AA-F22A-D67DA810A7D7}"/>
          </ac:spMkLst>
        </pc:spChg>
        <pc:spChg chg="add mod">
          <ac:chgData name="Philippe Baucour" userId="5102170ae7533958" providerId="LiveId" clId="{2898B226-D44E-43DD-8DC2-A739B3EEA534}" dt="2024-03-25T23:11:59.796" v="1890" actId="1038"/>
          <ac:spMkLst>
            <pc:docMk/>
            <pc:sldMk cId="3605500931" sldId="260"/>
            <ac:spMk id="13" creationId="{E36B84E6-3006-E52D-43A8-389810C47533}"/>
          </ac:spMkLst>
        </pc:spChg>
        <pc:spChg chg="add mod">
          <ac:chgData name="Philippe Baucour" userId="5102170ae7533958" providerId="LiveId" clId="{2898B226-D44E-43DD-8DC2-A739B3EEA534}" dt="2024-03-25T23:11:59.796" v="1890" actId="1038"/>
          <ac:spMkLst>
            <pc:docMk/>
            <pc:sldMk cId="3605500931" sldId="260"/>
            <ac:spMk id="14" creationId="{6290A3C8-4CAB-4469-5FC2-226BDEC287B9}"/>
          </ac:spMkLst>
        </pc:spChg>
        <pc:spChg chg="add del mod">
          <ac:chgData name="Philippe Baucour" userId="5102170ae7533958" providerId="LiveId" clId="{2898B226-D44E-43DD-8DC2-A739B3EEA534}" dt="2024-03-25T23:07:08.034" v="1819" actId="478"/>
          <ac:spMkLst>
            <pc:docMk/>
            <pc:sldMk cId="3605500931" sldId="260"/>
            <ac:spMk id="15" creationId="{5E8D5BFF-0B91-6344-0E42-2FD1FFB3FE11}"/>
          </ac:spMkLst>
        </pc:spChg>
        <pc:spChg chg="add mod">
          <ac:chgData name="Philippe Baucour" userId="5102170ae7533958" providerId="LiveId" clId="{2898B226-D44E-43DD-8DC2-A739B3EEA534}" dt="2024-03-25T23:08:49.870" v="1834" actId="164"/>
          <ac:spMkLst>
            <pc:docMk/>
            <pc:sldMk cId="3605500931" sldId="260"/>
            <ac:spMk id="16" creationId="{52F4FDA0-AA27-159F-6C94-27D0931913A2}"/>
          </ac:spMkLst>
        </pc:spChg>
        <pc:spChg chg="add mod">
          <ac:chgData name="Philippe Baucour" userId="5102170ae7533958" providerId="LiveId" clId="{2898B226-D44E-43DD-8DC2-A739B3EEA534}" dt="2024-03-25T23:08:49.870" v="1834" actId="164"/>
          <ac:spMkLst>
            <pc:docMk/>
            <pc:sldMk cId="3605500931" sldId="260"/>
            <ac:spMk id="17" creationId="{C6CFF2C7-4408-D2AB-FFC5-7E455597C99D}"/>
          </ac:spMkLst>
        </pc:spChg>
        <pc:spChg chg="add del mod">
          <ac:chgData name="Philippe Baucour" userId="5102170ae7533958" providerId="LiveId" clId="{2898B226-D44E-43DD-8DC2-A739B3EEA534}" dt="2024-03-25T23:11:44.550" v="1874" actId="478"/>
          <ac:spMkLst>
            <pc:docMk/>
            <pc:sldMk cId="3605500931" sldId="260"/>
            <ac:spMk id="19" creationId="{65954526-4959-2A3F-D0F7-A67D49FDB617}"/>
          </ac:spMkLst>
        </pc:spChg>
        <pc:spChg chg="add del mod">
          <ac:chgData name="Philippe Baucour" userId="5102170ae7533958" providerId="LiveId" clId="{2898B226-D44E-43DD-8DC2-A739B3EEA534}" dt="2024-03-25T23:11:47.442" v="1875" actId="478"/>
          <ac:spMkLst>
            <pc:docMk/>
            <pc:sldMk cId="3605500931" sldId="260"/>
            <ac:spMk id="20" creationId="{A7372FD4-7F7B-1C9A-2BA4-4A2B2D3A9A7A}"/>
          </ac:spMkLst>
        </pc:spChg>
        <pc:spChg chg="add mod">
          <ac:chgData name="Philippe Baucour" userId="5102170ae7533958" providerId="LiveId" clId="{2898B226-D44E-43DD-8DC2-A739B3EEA534}" dt="2024-03-25T23:12:07.082" v="1892" actId="1076"/>
          <ac:spMkLst>
            <pc:docMk/>
            <pc:sldMk cId="3605500931" sldId="260"/>
            <ac:spMk id="22" creationId="{AC3E0718-D65C-7B26-8D89-A0038EAC1241}"/>
          </ac:spMkLst>
        </pc:spChg>
        <pc:spChg chg="add mod">
          <ac:chgData name="Philippe Baucour" userId="5102170ae7533958" providerId="LiveId" clId="{2898B226-D44E-43DD-8DC2-A739B3EEA534}" dt="2024-03-25T23:12:07.082" v="1892" actId="1076"/>
          <ac:spMkLst>
            <pc:docMk/>
            <pc:sldMk cId="3605500931" sldId="260"/>
            <ac:spMk id="23" creationId="{DF645648-4972-C782-6274-AB1BC898624F}"/>
          </ac:spMkLst>
        </pc:spChg>
        <pc:spChg chg="add mod">
          <ac:chgData name="Philippe Baucour" userId="5102170ae7533958" providerId="LiveId" clId="{2898B226-D44E-43DD-8DC2-A739B3EEA534}" dt="2024-03-25T23:12:07.082" v="1892" actId="1076"/>
          <ac:spMkLst>
            <pc:docMk/>
            <pc:sldMk cId="3605500931" sldId="260"/>
            <ac:spMk id="24" creationId="{9EDEDFE2-A895-9CD3-A94C-82C679BD432A}"/>
          </ac:spMkLst>
        </pc:spChg>
        <pc:spChg chg="add mod">
          <ac:chgData name="Philippe Baucour" userId="5102170ae7533958" providerId="LiveId" clId="{2898B226-D44E-43DD-8DC2-A739B3EEA534}" dt="2024-03-25T23:12:07.082" v="1892" actId="1076"/>
          <ac:spMkLst>
            <pc:docMk/>
            <pc:sldMk cId="3605500931" sldId="260"/>
            <ac:spMk id="25" creationId="{657857E1-D75D-953C-9A54-A5C8EAD8630D}"/>
          </ac:spMkLst>
        </pc:spChg>
        <pc:spChg chg="add mod">
          <ac:chgData name="Philippe Baucour" userId="5102170ae7533958" providerId="LiveId" clId="{2898B226-D44E-43DD-8DC2-A739B3EEA534}" dt="2024-03-25T23:12:07.082" v="1892" actId="1076"/>
          <ac:spMkLst>
            <pc:docMk/>
            <pc:sldMk cId="3605500931" sldId="260"/>
            <ac:spMk id="26" creationId="{B4663B97-4377-2AA8-2289-561548A974EB}"/>
          </ac:spMkLst>
        </pc:spChg>
        <pc:spChg chg="mod">
          <ac:chgData name="Philippe Baucour" userId="5102170ae7533958" providerId="LiveId" clId="{2898B226-D44E-43DD-8DC2-A739B3EEA534}" dt="2024-03-25T23:12:03.314" v="1891"/>
          <ac:spMkLst>
            <pc:docMk/>
            <pc:sldMk cId="3605500931" sldId="260"/>
            <ac:spMk id="28" creationId="{21AB189C-2DD3-3B4C-6FCD-786A864B4CF6}"/>
          </ac:spMkLst>
        </pc:spChg>
        <pc:spChg chg="mod">
          <ac:chgData name="Philippe Baucour" userId="5102170ae7533958" providerId="LiveId" clId="{2898B226-D44E-43DD-8DC2-A739B3EEA534}" dt="2024-03-25T23:12:03.314" v="1891"/>
          <ac:spMkLst>
            <pc:docMk/>
            <pc:sldMk cId="3605500931" sldId="260"/>
            <ac:spMk id="29" creationId="{6524C484-88E1-F762-2E36-F858B89BD999}"/>
          </ac:spMkLst>
        </pc:spChg>
        <pc:spChg chg="add mod">
          <ac:chgData name="Philippe Baucour" userId="5102170ae7533958" providerId="LiveId" clId="{2898B226-D44E-43DD-8DC2-A739B3EEA534}" dt="2024-03-25T23:12:14.791" v="1894" actId="1076"/>
          <ac:spMkLst>
            <pc:docMk/>
            <pc:sldMk cId="3605500931" sldId="260"/>
            <ac:spMk id="31" creationId="{C5773B54-61D8-F780-472B-829818E918A9}"/>
          </ac:spMkLst>
        </pc:spChg>
        <pc:spChg chg="add del mod">
          <ac:chgData name="Philippe Baucour" userId="5102170ae7533958" providerId="LiveId" clId="{2898B226-D44E-43DD-8DC2-A739B3EEA534}" dt="2024-03-25T23:13:28.842" v="1900" actId="478"/>
          <ac:spMkLst>
            <pc:docMk/>
            <pc:sldMk cId="3605500931" sldId="260"/>
            <ac:spMk id="32" creationId="{60C5B961-AB35-4A41-E436-4A3F86D5B6C1}"/>
          </ac:spMkLst>
        </pc:spChg>
        <pc:spChg chg="add mod">
          <ac:chgData name="Philippe Baucour" userId="5102170ae7533958" providerId="LiveId" clId="{2898B226-D44E-43DD-8DC2-A739B3EEA534}" dt="2024-03-25T23:12:14.791" v="1894" actId="1076"/>
          <ac:spMkLst>
            <pc:docMk/>
            <pc:sldMk cId="3605500931" sldId="260"/>
            <ac:spMk id="33" creationId="{31A4B304-DDA5-456F-50CC-6CDB5AA6AE62}"/>
          </ac:spMkLst>
        </pc:spChg>
        <pc:spChg chg="add del mod">
          <ac:chgData name="Philippe Baucour" userId="5102170ae7533958" providerId="LiveId" clId="{2898B226-D44E-43DD-8DC2-A739B3EEA534}" dt="2024-03-25T23:13:23.077" v="1897" actId="478"/>
          <ac:spMkLst>
            <pc:docMk/>
            <pc:sldMk cId="3605500931" sldId="260"/>
            <ac:spMk id="34" creationId="{43EBD734-D94F-1167-447A-CEEC4CD61F1C}"/>
          </ac:spMkLst>
        </pc:spChg>
        <pc:spChg chg="add del mod">
          <ac:chgData name="Philippe Baucour" userId="5102170ae7533958" providerId="LiveId" clId="{2898B226-D44E-43DD-8DC2-A739B3EEA534}" dt="2024-03-25T23:13:25.036" v="1898" actId="478"/>
          <ac:spMkLst>
            <pc:docMk/>
            <pc:sldMk cId="3605500931" sldId="260"/>
            <ac:spMk id="35" creationId="{FA0486D0-F012-AE99-7D69-F77C29764E85}"/>
          </ac:spMkLst>
        </pc:spChg>
        <pc:spChg chg="mod">
          <ac:chgData name="Philippe Baucour" userId="5102170ae7533958" providerId="LiveId" clId="{2898B226-D44E-43DD-8DC2-A739B3EEA534}" dt="2024-03-25T23:12:08.486" v="1893"/>
          <ac:spMkLst>
            <pc:docMk/>
            <pc:sldMk cId="3605500931" sldId="260"/>
            <ac:spMk id="37" creationId="{813F150E-5922-9C2F-2195-DD0D598A578C}"/>
          </ac:spMkLst>
        </pc:spChg>
        <pc:spChg chg="mod">
          <ac:chgData name="Philippe Baucour" userId="5102170ae7533958" providerId="LiveId" clId="{2898B226-D44E-43DD-8DC2-A739B3EEA534}" dt="2024-03-25T23:12:08.486" v="1893"/>
          <ac:spMkLst>
            <pc:docMk/>
            <pc:sldMk cId="3605500931" sldId="260"/>
            <ac:spMk id="38" creationId="{52DB4F92-1ED2-C37B-9E89-B5DB1971EEAE}"/>
          </ac:spMkLst>
        </pc:spChg>
        <pc:spChg chg="add mod">
          <ac:chgData name="Philippe Baucour" userId="5102170ae7533958" providerId="LiveId" clId="{2898B226-D44E-43DD-8DC2-A739B3EEA534}" dt="2024-03-25T23:12:23.620" v="1896" actId="1076"/>
          <ac:spMkLst>
            <pc:docMk/>
            <pc:sldMk cId="3605500931" sldId="260"/>
            <ac:spMk id="40" creationId="{4EBFF167-AABB-F50B-1FA8-F2A03E05AE29}"/>
          </ac:spMkLst>
        </pc:spChg>
        <pc:spChg chg="add del mod">
          <ac:chgData name="Philippe Baucour" userId="5102170ae7533958" providerId="LiveId" clId="{2898B226-D44E-43DD-8DC2-A739B3EEA534}" dt="2024-03-25T23:14:18.876" v="1901" actId="478"/>
          <ac:spMkLst>
            <pc:docMk/>
            <pc:sldMk cId="3605500931" sldId="260"/>
            <ac:spMk id="41" creationId="{39A4E526-7A20-F027-6131-7904DC176FBC}"/>
          </ac:spMkLst>
        </pc:spChg>
        <pc:spChg chg="add mod">
          <ac:chgData name="Philippe Baucour" userId="5102170ae7533958" providerId="LiveId" clId="{2898B226-D44E-43DD-8DC2-A739B3EEA534}" dt="2024-03-25T23:12:23.620" v="1896" actId="1076"/>
          <ac:spMkLst>
            <pc:docMk/>
            <pc:sldMk cId="3605500931" sldId="260"/>
            <ac:spMk id="42" creationId="{0A729B47-653A-D7D3-74E4-ACD4BFE164B1}"/>
          </ac:spMkLst>
        </pc:spChg>
        <pc:spChg chg="add mod">
          <ac:chgData name="Philippe Baucour" userId="5102170ae7533958" providerId="LiveId" clId="{2898B226-D44E-43DD-8DC2-A739B3EEA534}" dt="2024-03-25T23:12:23.620" v="1896" actId="1076"/>
          <ac:spMkLst>
            <pc:docMk/>
            <pc:sldMk cId="3605500931" sldId="260"/>
            <ac:spMk id="43" creationId="{BBD9F26A-6D32-516C-154F-522F8E03A23A}"/>
          </ac:spMkLst>
        </pc:spChg>
        <pc:spChg chg="add mod">
          <ac:chgData name="Philippe Baucour" userId="5102170ae7533958" providerId="LiveId" clId="{2898B226-D44E-43DD-8DC2-A739B3EEA534}" dt="2024-03-25T23:12:23.620" v="1896" actId="1076"/>
          <ac:spMkLst>
            <pc:docMk/>
            <pc:sldMk cId="3605500931" sldId="260"/>
            <ac:spMk id="44" creationId="{3E4E16A6-D207-52E1-F81B-C58F86383F05}"/>
          </ac:spMkLst>
        </pc:spChg>
        <pc:spChg chg="mod">
          <ac:chgData name="Philippe Baucour" userId="5102170ae7533958" providerId="LiveId" clId="{2898B226-D44E-43DD-8DC2-A739B3EEA534}" dt="2024-03-25T23:12:16.679" v="1895"/>
          <ac:spMkLst>
            <pc:docMk/>
            <pc:sldMk cId="3605500931" sldId="260"/>
            <ac:spMk id="46" creationId="{E893D34F-9325-960B-9BDA-336C0E5CD29E}"/>
          </ac:spMkLst>
        </pc:spChg>
        <pc:spChg chg="mod">
          <ac:chgData name="Philippe Baucour" userId="5102170ae7533958" providerId="LiveId" clId="{2898B226-D44E-43DD-8DC2-A739B3EEA534}" dt="2024-03-25T23:12:16.679" v="1895"/>
          <ac:spMkLst>
            <pc:docMk/>
            <pc:sldMk cId="3605500931" sldId="260"/>
            <ac:spMk id="47" creationId="{252A2FCF-A6A3-7D22-8210-FA2F3305DE1B}"/>
          </ac:spMkLst>
        </pc:spChg>
        <pc:spChg chg="add mod">
          <ac:chgData name="Philippe Baucour" userId="5102170ae7533958" providerId="LiveId" clId="{2898B226-D44E-43DD-8DC2-A739B3EEA534}" dt="2024-03-25T23:32:50.503" v="1938" actId="1076"/>
          <ac:spMkLst>
            <pc:docMk/>
            <pc:sldMk cId="3605500931" sldId="260"/>
            <ac:spMk id="49" creationId="{5FC815EB-4FDF-E63F-BB51-D9BE1E8D230C}"/>
          </ac:spMkLst>
        </pc:spChg>
        <pc:spChg chg="add mod">
          <ac:chgData name="Philippe Baucour" userId="5102170ae7533958" providerId="LiveId" clId="{2898B226-D44E-43DD-8DC2-A739B3EEA534}" dt="2024-03-25T23:33:12.570" v="1940" actId="1076"/>
          <ac:spMkLst>
            <pc:docMk/>
            <pc:sldMk cId="3605500931" sldId="260"/>
            <ac:spMk id="51" creationId="{0BAF4D47-10EB-C9E6-A1DF-EDCED77386BD}"/>
          </ac:spMkLst>
        </pc:spChg>
        <pc:spChg chg="add mod">
          <ac:chgData name="Philippe Baucour" userId="5102170ae7533958" providerId="LiveId" clId="{2898B226-D44E-43DD-8DC2-A739B3EEA534}" dt="2024-03-25T23:33:25.338" v="1957" actId="1037"/>
          <ac:spMkLst>
            <pc:docMk/>
            <pc:sldMk cId="3605500931" sldId="260"/>
            <ac:spMk id="53" creationId="{6640E19D-B30C-FCA8-0735-D8ED62F36252}"/>
          </ac:spMkLst>
        </pc:spChg>
        <pc:spChg chg="add mod">
          <ac:chgData name="Philippe Baucour" userId="5102170ae7533958" providerId="LiveId" clId="{2898B226-D44E-43DD-8DC2-A739B3EEA534}" dt="2024-03-25T23:33:37.019" v="1964" actId="1038"/>
          <ac:spMkLst>
            <pc:docMk/>
            <pc:sldMk cId="3605500931" sldId="260"/>
            <ac:spMk id="55" creationId="{82517D41-EC7F-0FA7-1427-C51E48A8E853}"/>
          </ac:spMkLst>
        </pc:spChg>
        <pc:grpChg chg="add mod">
          <ac:chgData name="Philippe Baucour" userId="5102170ae7533958" providerId="LiveId" clId="{2898B226-D44E-43DD-8DC2-A739B3EEA534}" dt="2024-03-25T23:11:59.796" v="1890" actId="1038"/>
          <ac:grpSpMkLst>
            <pc:docMk/>
            <pc:sldMk cId="3605500931" sldId="260"/>
            <ac:grpSpMk id="18" creationId="{B6CE8933-5D2D-FD87-05FD-7C77911C007D}"/>
          </ac:grpSpMkLst>
        </pc:grpChg>
        <pc:grpChg chg="add mod">
          <ac:chgData name="Philippe Baucour" userId="5102170ae7533958" providerId="LiveId" clId="{2898B226-D44E-43DD-8DC2-A739B3EEA534}" dt="2024-03-25T23:12:07.082" v="1892" actId="1076"/>
          <ac:grpSpMkLst>
            <pc:docMk/>
            <pc:sldMk cId="3605500931" sldId="260"/>
            <ac:grpSpMk id="27" creationId="{64D767D7-D35D-0B24-8DAF-51218268AA9B}"/>
          </ac:grpSpMkLst>
        </pc:grpChg>
        <pc:grpChg chg="add del mod">
          <ac:chgData name="Philippe Baucour" userId="5102170ae7533958" providerId="LiveId" clId="{2898B226-D44E-43DD-8DC2-A739B3EEA534}" dt="2024-03-25T23:13:26.736" v="1899" actId="478"/>
          <ac:grpSpMkLst>
            <pc:docMk/>
            <pc:sldMk cId="3605500931" sldId="260"/>
            <ac:grpSpMk id="36" creationId="{607D5C46-5F1F-C674-00C9-848E2D7BF5B7}"/>
          </ac:grpSpMkLst>
        </pc:grpChg>
        <pc:grpChg chg="add mod">
          <ac:chgData name="Philippe Baucour" userId="5102170ae7533958" providerId="LiveId" clId="{2898B226-D44E-43DD-8DC2-A739B3EEA534}" dt="2024-03-25T23:12:23.620" v="1896" actId="1076"/>
          <ac:grpSpMkLst>
            <pc:docMk/>
            <pc:sldMk cId="3605500931" sldId="260"/>
            <ac:grpSpMk id="45" creationId="{95DBB188-75E6-1711-A697-DC5A9A26B3ED}"/>
          </ac:grpSpMkLst>
        </pc:grpChg>
        <pc:graphicFrameChg chg="add mod modGraphic">
          <ac:chgData name="Philippe Baucour" userId="5102170ae7533958" providerId="LiveId" clId="{2898B226-D44E-43DD-8DC2-A739B3EEA534}" dt="2024-03-25T23:11:32.904" v="1847" actId="14734"/>
          <ac:graphicFrameMkLst>
            <pc:docMk/>
            <pc:sldMk cId="3605500931" sldId="260"/>
            <ac:graphicFrameMk id="3" creationId="{1AEE34D7-C834-7E77-BFD1-4D788F4E695B}"/>
          </ac:graphicFrameMkLst>
        </pc:graphicFrameChg>
        <pc:picChg chg="add del mod">
          <ac:chgData name="Philippe Baucour" userId="5102170ae7533958" providerId="LiveId" clId="{2898B226-D44E-43DD-8DC2-A739B3EEA534}" dt="2024-03-25T23:11:50.432" v="1877" actId="478"/>
          <ac:picMkLst>
            <pc:docMk/>
            <pc:sldMk cId="3605500931" sldId="260"/>
            <ac:picMk id="4" creationId="{FA81EDB7-AF58-4B1F-D3F0-A11BF1489AC4}"/>
          </ac:picMkLst>
        </pc:picChg>
        <pc:picChg chg="add del mod">
          <ac:chgData name="Philippe Baucour" userId="5102170ae7533958" providerId="LiveId" clId="{2898B226-D44E-43DD-8DC2-A739B3EEA534}" dt="2024-03-25T23:11:48.962" v="1876" actId="478"/>
          <ac:picMkLst>
            <pc:docMk/>
            <pc:sldMk cId="3605500931" sldId="260"/>
            <ac:picMk id="5" creationId="{092F9AC7-43CD-91CF-1514-076F5989D4D8}"/>
          </ac:picMkLst>
        </pc:picChg>
        <pc:picChg chg="add del mod">
          <ac:chgData name="Philippe Baucour" userId="5102170ae7533958" providerId="LiveId" clId="{2898B226-D44E-43DD-8DC2-A739B3EEA534}" dt="2024-03-25T23:11:44.550" v="1874" actId="478"/>
          <ac:picMkLst>
            <pc:docMk/>
            <pc:sldMk cId="3605500931" sldId="260"/>
            <ac:picMk id="6" creationId="{A9E38B41-CC4E-A6AD-612D-09739F5EC45B}"/>
          </ac:picMkLst>
        </pc:picChg>
        <pc:picChg chg="add mod">
          <ac:chgData name="Philippe Baucour" userId="5102170ae7533958" providerId="LiveId" clId="{2898B226-D44E-43DD-8DC2-A739B3EEA534}" dt="2024-03-25T23:11:59.796" v="1890" actId="1038"/>
          <ac:picMkLst>
            <pc:docMk/>
            <pc:sldMk cId="3605500931" sldId="260"/>
            <ac:picMk id="7" creationId="{EA4C904E-AE16-1FBD-4E11-4A00619F9D73}"/>
          </ac:picMkLst>
        </pc:picChg>
        <pc:picChg chg="add mod">
          <ac:chgData name="Philippe Baucour" userId="5102170ae7533958" providerId="LiveId" clId="{2898B226-D44E-43DD-8DC2-A739B3EEA534}" dt="2024-03-25T23:12:07.082" v="1892" actId="1076"/>
          <ac:picMkLst>
            <pc:docMk/>
            <pc:sldMk cId="3605500931" sldId="260"/>
            <ac:picMk id="21" creationId="{696449F9-A819-9896-4F16-BA8305B37945}"/>
          </ac:picMkLst>
        </pc:picChg>
        <pc:picChg chg="add mod">
          <ac:chgData name="Philippe Baucour" userId="5102170ae7533958" providerId="LiveId" clId="{2898B226-D44E-43DD-8DC2-A739B3EEA534}" dt="2024-03-25T23:12:14.791" v="1894" actId="1076"/>
          <ac:picMkLst>
            <pc:docMk/>
            <pc:sldMk cId="3605500931" sldId="260"/>
            <ac:picMk id="30" creationId="{6C10B5FB-398E-286F-CA86-E90DD7EC4952}"/>
          </ac:picMkLst>
        </pc:picChg>
        <pc:picChg chg="add mod">
          <ac:chgData name="Philippe Baucour" userId="5102170ae7533958" providerId="LiveId" clId="{2898B226-D44E-43DD-8DC2-A739B3EEA534}" dt="2024-03-25T23:12:23.620" v="1896" actId="1076"/>
          <ac:picMkLst>
            <pc:docMk/>
            <pc:sldMk cId="3605500931" sldId="260"/>
            <ac:picMk id="39" creationId="{BB0FF894-4599-54AF-DFC6-97EC736B8E06}"/>
          </ac:picMkLst>
        </pc:picChg>
        <pc:picChg chg="add mod">
          <ac:chgData name="Philippe Baucour" userId="5102170ae7533958" providerId="LiveId" clId="{2898B226-D44E-43DD-8DC2-A739B3EEA534}" dt="2024-03-25T23:31:50.346" v="1911" actId="1076"/>
          <ac:picMkLst>
            <pc:docMk/>
            <pc:sldMk cId="3605500931" sldId="260"/>
            <ac:picMk id="48" creationId="{53323B2A-E1C8-EB6C-66DF-478B67FC27EF}"/>
          </ac:picMkLst>
        </pc:picChg>
        <pc:picChg chg="add mod">
          <ac:chgData name="Philippe Baucour" userId="5102170ae7533958" providerId="LiveId" clId="{2898B226-D44E-43DD-8DC2-A739B3EEA534}" dt="2024-03-25T23:33:12.570" v="1940" actId="1076"/>
          <ac:picMkLst>
            <pc:docMk/>
            <pc:sldMk cId="3605500931" sldId="260"/>
            <ac:picMk id="50" creationId="{9ECA3C2C-C011-5F0B-E123-5C43E7F545AE}"/>
          </ac:picMkLst>
        </pc:picChg>
        <pc:picChg chg="add mod">
          <ac:chgData name="Philippe Baucour" userId="5102170ae7533958" providerId="LiveId" clId="{2898B226-D44E-43DD-8DC2-A739B3EEA534}" dt="2024-03-25T23:33:25.338" v="1957" actId="1037"/>
          <ac:picMkLst>
            <pc:docMk/>
            <pc:sldMk cId="3605500931" sldId="260"/>
            <ac:picMk id="52" creationId="{20A36D3B-29AB-BFF9-6AF9-24EF67B3F5AB}"/>
          </ac:picMkLst>
        </pc:picChg>
        <pc:picChg chg="add mod">
          <ac:chgData name="Philippe Baucour" userId="5102170ae7533958" providerId="LiveId" clId="{2898B226-D44E-43DD-8DC2-A739B3EEA534}" dt="2024-03-25T23:33:37.019" v="1964" actId="1038"/>
          <ac:picMkLst>
            <pc:docMk/>
            <pc:sldMk cId="3605500931" sldId="260"/>
            <ac:picMk id="54" creationId="{C6FBF494-9779-AC84-0265-49DEF122D7BB}"/>
          </ac:picMkLst>
        </pc:picChg>
      </pc:sldChg>
      <pc:sldChg chg="modSp new mod ord">
        <pc:chgData name="Philippe Baucour" userId="5102170ae7533958" providerId="LiveId" clId="{2898B226-D44E-43DD-8DC2-A739B3EEA534}" dt="2024-03-26T13:07:16.855" v="2213"/>
        <pc:sldMkLst>
          <pc:docMk/>
          <pc:sldMk cId="1735660937" sldId="261"/>
        </pc:sldMkLst>
        <pc:spChg chg="mod">
          <ac:chgData name="Philippe Baucour" userId="5102170ae7533958" providerId="LiveId" clId="{2898B226-D44E-43DD-8DC2-A739B3EEA534}" dt="2024-03-26T06:27:27.174" v="2009" actId="207"/>
          <ac:spMkLst>
            <pc:docMk/>
            <pc:sldMk cId="1735660937" sldId="261"/>
            <ac:spMk id="3" creationId="{6760927A-C4AD-6A17-7C37-5D5E288834D1}"/>
          </ac:spMkLst>
        </pc:spChg>
      </pc:sldChg>
      <pc:sldChg chg="modSp new mod">
        <pc:chgData name="Philippe Baucour" userId="5102170ae7533958" providerId="LiveId" clId="{2898B226-D44E-43DD-8DC2-A739B3EEA534}" dt="2024-03-26T06:33:55.935" v="2032" actId="20577"/>
        <pc:sldMkLst>
          <pc:docMk/>
          <pc:sldMk cId="3350399466" sldId="262"/>
        </pc:sldMkLst>
        <pc:spChg chg="mod">
          <ac:chgData name="Philippe Baucour" userId="5102170ae7533958" providerId="LiveId" clId="{2898B226-D44E-43DD-8DC2-A739B3EEA534}" dt="2024-03-26T06:33:55.935" v="2032" actId="20577"/>
          <ac:spMkLst>
            <pc:docMk/>
            <pc:sldMk cId="3350399466" sldId="262"/>
            <ac:spMk id="2" creationId="{FE515EFB-10CD-0A53-AA1D-AE59AEE01CF6}"/>
          </ac:spMkLst>
        </pc:spChg>
        <pc:spChg chg="mod">
          <ac:chgData name="Philippe Baucour" userId="5102170ae7533958" providerId="LiveId" clId="{2898B226-D44E-43DD-8DC2-A739B3EEA534}" dt="2024-03-26T06:33:47.414" v="2014" actId="27636"/>
          <ac:spMkLst>
            <pc:docMk/>
            <pc:sldMk cId="3350399466" sldId="262"/>
            <ac:spMk id="3" creationId="{FDBB58AD-A9B2-CF45-0FF6-ADABB49A672E}"/>
          </ac:spMkLst>
        </pc:spChg>
      </pc:sldChg>
      <pc:sldChg chg="modSp new mod">
        <pc:chgData name="Philippe Baucour" userId="5102170ae7533958" providerId="LiveId" clId="{2898B226-D44E-43DD-8DC2-A739B3EEA534}" dt="2024-03-26T06:52:46.409" v="2117" actId="20577"/>
        <pc:sldMkLst>
          <pc:docMk/>
          <pc:sldMk cId="799097218" sldId="263"/>
        </pc:sldMkLst>
        <pc:spChg chg="mod">
          <ac:chgData name="Philippe Baucour" userId="5102170ae7533958" providerId="LiveId" clId="{2898B226-D44E-43DD-8DC2-A739B3EEA534}" dt="2024-03-26T06:52:24.516" v="2088" actId="6549"/>
          <ac:spMkLst>
            <pc:docMk/>
            <pc:sldMk cId="799097218" sldId="263"/>
            <ac:spMk id="2" creationId="{C6D6A3C6-79F5-C010-C945-57F676A1241F}"/>
          </ac:spMkLst>
        </pc:spChg>
        <pc:spChg chg="mod">
          <ac:chgData name="Philippe Baucour" userId="5102170ae7533958" providerId="LiveId" clId="{2898B226-D44E-43DD-8DC2-A739B3EEA534}" dt="2024-03-26T06:52:46.409" v="2117" actId="20577"/>
          <ac:spMkLst>
            <pc:docMk/>
            <pc:sldMk cId="799097218" sldId="263"/>
            <ac:spMk id="3" creationId="{56722D9D-778E-DBDB-04EF-EBEE58157285}"/>
          </ac:spMkLst>
        </pc:spChg>
      </pc:sldChg>
      <pc:sldChg chg="addSp delSp modSp new mod ord modClrScheme chgLayout">
        <pc:chgData name="Philippe Baucour" userId="5102170ae7533958" providerId="LiveId" clId="{2898B226-D44E-43DD-8DC2-A739B3EEA534}" dt="2024-03-26T13:08:24.199" v="2303" actId="1035"/>
        <pc:sldMkLst>
          <pc:docMk/>
          <pc:sldMk cId="3032471110" sldId="264"/>
        </pc:sldMkLst>
        <pc:spChg chg="del">
          <ac:chgData name="Philippe Baucour" userId="5102170ae7533958" providerId="LiveId" clId="{2898B226-D44E-43DD-8DC2-A739B3EEA534}" dt="2024-03-26T13:00:08.233" v="2168" actId="700"/>
          <ac:spMkLst>
            <pc:docMk/>
            <pc:sldMk cId="3032471110" sldId="264"/>
            <ac:spMk id="2" creationId="{CF2870D3-6D5F-9057-8B5E-F7F3444A0A3A}"/>
          </ac:spMkLst>
        </pc:spChg>
        <pc:spChg chg="add mod ord">
          <ac:chgData name="Philippe Baucour" userId="5102170ae7533958" providerId="LiveId" clId="{2898B226-D44E-43DD-8DC2-A739B3EEA534}" dt="2024-03-26T13:07:55.633" v="2226" actId="20577"/>
          <ac:spMkLst>
            <pc:docMk/>
            <pc:sldMk cId="3032471110" sldId="264"/>
            <ac:spMk id="15" creationId="{4A0F2F50-A8F4-B84F-6FFC-7F8D6197CE61}"/>
          </ac:spMkLst>
        </pc:spChg>
        <pc:graphicFrameChg chg="add del mod modGraphic">
          <ac:chgData name="Philippe Baucour" userId="5102170ae7533958" providerId="LiveId" clId="{2898B226-D44E-43DD-8DC2-A739B3EEA534}" dt="2024-03-26T13:02:20.310" v="2177" actId="478"/>
          <ac:graphicFrameMkLst>
            <pc:docMk/>
            <pc:sldMk cId="3032471110" sldId="264"/>
            <ac:graphicFrameMk id="3" creationId="{27EE068F-9799-FF55-0C5E-50254B606036}"/>
          </ac:graphicFrameMkLst>
        </pc:graphicFrameChg>
        <pc:graphicFrameChg chg="add mod modGraphic">
          <ac:chgData name="Philippe Baucour" userId="5102170ae7533958" providerId="LiveId" clId="{2898B226-D44E-43DD-8DC2-A739B3EEA534}" dt="2024-03-26T13:08:24.199" v="2303" actId="1035"/>
          <ac:graphicFrameMkLst>
            <pc:docMk/>
            <pc:sldMk cId="3032471110" sldId="264"/>
            <ac:graphicFrameMk id="5" creationId="{F02265F0-0A52-221B-599B-24EC7A99C3CE}"/>
          </ac:graphicFrameMkLst>
        </pc:graphicFrame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4" creationId="{A5866041-57A1-6A65-5479-D53671BCC1CB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6" creationId="{0F55CCFB-3C96-EC44-243A-DFA3FA3FF9BC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7" creationId="{B9E284FC-48BC-158C-0976-36A1D370EF83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8" creationId="{40D2085C-EC78-12B8-5561-DCB9D2D128D7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9" creationId="{1A05D817-1B29-FBCD-7B5D-9E92094086AB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10" creationId="{FA714908-D9C2-D832-C50C-15B30AD4D309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11" creationId="{AE96A0BD-BE47-47A5-F1BD-43785CA76E42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12" creationId="{3D2CB7F4-7952-7DFB-60B4-3BEAE9930440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13" creationId="{F89114F5-9762-CAFF-C89D-ED06FE5EBD07}"/>
          </ac:picMkLst>
        </pc:picChg>
        <pc:picChg chg="add mod">
          <ac:chgData name="Philippe Baucour" userId="5102170ae7533958" providerId="LiveId" clId="{2898B226-D44E-43DD-8DC2-A739B3EEA534}" dt="2024-03-26T13:08:24.199" v="2303" actId="1035"/>
          <ac:picMkLst>
            <pc:docMk/>
            <pc:sldMk cId="3032471110" sldId="264"/>
            <ac:picMk id="14" creationId="{88EE51BB-37EC-F590-B6F6-EDE039F35136}"/>
          </ac:picMkLst>
        </pc:picChg>
      </pc:sldChg>
      <pc:sldChg chg="addSp delSp modSp new mod modClrScheme chgLayout">
        <pc:chgData name="Philippe Baucour" userId="5102170ae7533958" providerId="LiveId" clId="{2898B226-D44E-43DD-8DC2-A739B3EEA534}" dt="2024-03-26T16:35:35.582" v="2928" actId="20577"/>
        <pc:sldMkLst>
          <pc:docMk/>
          <pc:sldMk cId="3631102099" sldId="265"/>
        </pc:sldMkLst>
        <pc:spChg chg="del">
          <ac:chgData name="Philippe Baucour" userId="5102170ae7533958" providerId="LiveId" clId="{2898B226-D44E-43DD-8DC2-A739B3EEA534}" dt="2024-03-26T13:32:03.167" v="2305" actId="700"/>
          <ac:spMkLst>
            <pc:docMk/>
            <pc:sldMk cId="3631102099" sldId="265"/>
            <ac:spMk id="2" creationId="{022F6064-606E-4BB6-1720-9CC97C8AF88F}"/>
          </ac:spMkLst>
        </pc:spChg>
        <pc:spChg chg="add mod ord">
          <ac:chgData name="Philippe Baucour" userId="5102170ae7533958" providerId="LiveId" clId="{2898B226-D44E-43DD-8DC2-A739B3EEA534}" dt="2024-03-26T13:32:39.716" v="2326" actId="20577"/>
          <ac:spMkLst>
            <pc:docMk/>
            <pc:sldMk cId="3631102099" sldId="265"/>
            <ac:spMk id="4" creationId="{6DED0354-6DDF-7A8E-9478-7A0513F217F0}"/>
          </ac:spMkLst>
        </pc:spChg>
        <pc:graphicFrameChg chg="add mod modGraphic">
          <ac:chgData name="Philippe Baucour" userId="5102170ae7533958" providerId="LiveId" clId="{2898B226-D44E-43DD-8DC2-A739B3EEA534}" dt="2024-03-26T16:35:35.582" v="2928" actId="20577"/>
          <ac:graphicFrameMkLst>
            <pc:docMk/>
            <pc:sldMk cId="3631102099" sldId="265"/>
            <ac:graphicFrameMk id="3" creationId="{81E4B3F4-E44C-71B1-8A11-E3246DF17526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7DFABE-76D4-4C98-94F0-FC9C95EE3BF5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0"/>
      <dgm:spPr/>
      <dgm:t>
        <a:bodyPr/>
        <a:lstStyle/>
        <a:p>
          <a:endParaRPr lang="fr-FR"/>
        </a:p>
      </dgm:t>
    </dgm:pt>
    <dgm:pt modelId="{CD5A01DE-A1D4-4344-AFB1-8C8B40668E12}">
      <dgm:prSet phldrT="[Texte]" phldr="1"/>
      <dgm:spPr/>
      <dgm:t>
        <a:bodyPr/>
        <a:lstStyle/>
        <a:p>
          <a:endParaRPr lang="fr-FR"/>
        </a:p>
      </dgm:t>
    </dgm:pt>
    <dgm:pt modelId="{45090823-D987-45DE-B9D1-BD465B34E439}" type="parTrans" cxnId="{30208AE9-250E-4A94-A6A4-A00BCFD1AD78}">
      <dgm:prSet/>
      <dgm:spPr/>
      <dgm:t>
        <a:bodyPr/>
        <a:lstStyle/>
        <a:p>
          <a:endParaRPr lang="fr-FR"/>
        </a:p>
      </dgm:t>
    </dgm:pt>
    <dgm:pt modelId="{D59724FF-9A55-4E98-82DF-FE5AE2BD93B3}" type="sibTrans" cxnId="{30208AE9-250E-4A94-A6A4-A00BCFD1AD78}">
      <dgm:prSet/>
      <dgm:spPr/>
      <dgm:t>
        <a:bodyPr/>
        <a:lstStyle/>
        <a:p>
          <a:endParaRPr lang="fr-FR"/>
        </a:p>
      </dgm:t>
    </dgm:pt>
    <dgm:pt modelId="{991DE9FA-2F6C-4B4B-B335-D9019D9F4967}">
      <dgm:prSet phldrT="[Texte]" phldr="1"/>
      <dgm:spPr/>
      <dgm:t>
        <a:bodyPr/>
        <a:lstStyle/>
        <a:p>
          <a:endParaRPr lang="fr-FR"/>
        </a:p>
      </dgm:t>
    </dgm:pt>
    <dgm:pt modelId="{B172B281-873C-4A3C-8D06-E8300FB9B8FF}" type="parTrans" cxnId="{80F4727B-B0E3-476C-B648-6445D76D8A85}">
      <dgm:prSet/>
      <dgm:spPr/>
      <dgm:t>
        <a:bodyPr/>
        <a:lstStyle/>
        <a:p>
          <a:endParaRPr lang="fr-FR"/>
        </a:p>
      </dgm:t>
    </dgm:pt>
    <dgm:pt modelId="{6D3166F0-875C-40E3-97D4-E60133BCE949}" type="sibTrans" cxnId="{80F4727B-B0E3-476C-B648-6445D76D8A85}">
      <dgm:prSet/>
      <dgm:spPr/>
      <dgm:t>
        <a:bodyPr/>
        <a:lstStyle/>
        <a:p>
          <a:endParaRPr lang="fr-FR"/>
        </a:p>
      </dgm:t>
    </dgm:pt>
    <dgm:pt modelId="{9382FB12-E41C-4770-A32D-C97DAE52DB21}">
      <dgm:prSet phldrT="[Texte]" phldr="1"/>
      <dgm:spPr/>
      <dgm:t>
        <a:bodyPr/>
        <a:lstStyle/>
        <a:p>
          <a:endParaRPr lang="fr-FR"/>
        </a:p>
      </dgm:t>
    </dgm:pt>
    <dgm:pt modelId="{0B730AA6-9557-420E-8577-1B1F240FBDAF}" type="parTrans" cxnId="{E0D37ADF-E60C-44FB-AA95-533B78B0CD53}">
      <dgm:prSet/>
      <dgm:spPr/>
      <dgm:t>
        <a:bodyPr/>
        <a:lstStyle/>
        <a:p>
          <a:endParaRPr lang="fr-FR"/>
        </a:p>
      </dgm:t>
    </dgm:pt>
    <dgm:pt modelId="{DF814AD5-CA0C-4DB2-B4A8-27D26F665F80}" type="sibTrans" cxnId="{E0D37ADF-E60C-44FB-AA95-533B78B0CD53}">
      <dgm:prSet/>
      <dgm:spPr/>
      <dgm:t>
        <a:bodyPr/>
        <a:lstStyle/>
        <a:p>
          <a:endParaRPr lang="fr-FR"/>
        </a:p>
      </dgm:t>
    </dgm:pt>
    <dgm:pt modelId="{13CDC552-0810-4C5D-B29A-F7124055D663}">
      <dgm:prSet phldrT="[Texte]" phldr="1"/>
      <dgm:spPr/>
      <dgm:t>
        <a:bodyPr/>
        <a:lstStyle/>
        <a:p>
          <a:endParaRPr lang="fr-FR"/>
        </a:p>
      </dgm:t>
    </dgm:pt>
    <dgm:pt modelId="{2FA04813-5A32-4784-9C3F-22F1D9BE2D2D}" type="parTrans" cxnId="{D9080EFB-522D-42B7-B139-D77195E9830E}">
      <dgm:prSet/>
      <dgm:spPr/>
      <dgm:t>
        <a:bodyPr/>
        <a:lstStyle/>
        <a:p>
          <a:endParaRPr lang="fr-FR"/>
        </a:p>
      </dgm:t>
    </dgm:pt>
    <dgm:pt modelId="{EA2F0E01-2C3E-4969-A269-AC22B882074A}" type="sibTrans" cxnId="{D9080EFB-522D-42B7-B139-D77195E9830E}">
      <dgm:prSet/>
      <dgm:spPr/>
      <dgm:t>
        <a:bodyPr/>
        <a:lstStyle/>
        <a:p>
          <a:endParaRPr lang="fr-FR"/>
        </a:p>
      </dgm:t>
    </dgm:pt>
    <dgm:pt modelId="{00C4562A-C759-4320-9DEB-2DE393CB533A}">
      <dgm:prSet phldrT="[Texte]" phldr="1"/>
      <dgm:spPr/>
      <dgm:t>
        <a:bodyPr/>
        <a:lstStyle/>
        <a:p>
          <a:endParaRPr lang="fr-FR"/>
        </a:p>
      </dgm:t>
    </dgm:pt>
    <dgm:pt modelId="{A2001FCC-E961-4E99-B99B-B481FF36A8ED}" type="parTrans" cxnId="{77AADF6B-39BF-41EF-AA01-182FB19818DD}">
      <dgm:prSet/>
      <dgm:spPr/>
      <dgm:t>
        <a:bodyPr/>
        <a:lstStyle/>
        <a:p>
          <a:endParaRPr lang="fr-FR"/>
        </a:p>
      </dgm:t>
    </dgm:pt>
    <dgm:pt modelId="{1C6405E6-582D-4353-87B6-1FE393CC7FEA}" type="sibTrans" cxnId="{77AADF6B-39BF-41EF-AA01-182FB19818DD}">
      <dgm:prSet/>
      <dgm:spPr/>
      <dgm:t>
        <a:bodyPr/>
        <a:lstStyle/>
        <a:p>
          <a:endParaRPr lang="fr-FR"/>
        </a:p>
      </dgm:t>
    </dgm:pt>
    <dgm:pt modelId="{DD426CDD-7967-4688-85DF-ED898471A2F7}" type="pres">
      <dgm:prSet presAssocID="{DC7DFABE-76D4-4C98-94F0-FC9C95EE3BF5}" presName="cycle" presStyleCnt="0">
        <dgm:presLayoutVars>
          <dgm:dir/>
          <dgm:resizeHandles val="exact"/>
        </dgm:presLayoutVars>
      </dgm:prSet>
      <dgm:spPr/>
    </dgm:pt>
    <dgm:pt modelId="{63C7CBDC-D5AB-44EC-82B3-599824179FEF}" type="pres">
      <dgm:prSet presAssocID="{CD5A01DE-A1D4-4344-AFB1-8C8B40668E12}" presName="dummy" presStyleCnt="0"/>
      <dgm:spPr/>
    </dgm:pt>
    <dgm:pt modelId="{581E0DD8-DD7A-4EDE-9B74-85FBC470C648}" type="pres">
      <dgm:prSet presAssocID="{CD5A01DE-A1D4-4344-AFB1-8C8B40668E12}" presName="node" presStyleLbl="revTx" presStyleIdx="0" presStyleCnt="5">
        <dgm:presLayoutVars>
          <dgm:bulletEnabled val="1"/>
        </dgm:presLayoutVars>
      </dgm:prSet>
      <dgm:spPr/>
    </dgm:pt>
    <dgm:pt modelId="{EBDED403-358A-4639-91D8-83A3D88FD707}" type="pres">
      <dgm:prSet presAssocID="{D59724FF-9A55-4E98-82DF-FE5AE2BD93B3}" presName="sibTrans" presStyleLbl="node1" presStyleIdx="0" presStyleCnt="5"/>
      <dgm:spPr/>
    </dgm:pt>
    <dgm:pt modelId="{C3544E59-56D6-4999-B662-82D99191F1A2}" type="pres">
      <dgm:prSet presAssocID="{991DE9FA-2F6C-4B4B-B335-D9019D9F4967}" presName="dummy" presStyleCnt="0"/>
      <dgm:spPr/>
    </dgm:pt>
    <dgm:pt modelId="{5AF14044-B392-4F50-844D-8C3101DCF96B}" type="pres">
      <dgm:prSet presAssocID="{991DE9FA-2F6C-4B4B-B335-D9019D9F4967}" presName="node" presStyleLbl="revTx" presStyleIdx="1" presStyleCnt="5">
        <dgm:presLayoutVars>
          <dgm:bulletEnabled val="1"/>
        </dgm:presLayoutVars>
      </dgm:prSet>
      <dgm:spPr/>
    </dgm:pt>
    <dgm:pt modelId="{214484BC-B28E-4090-9535-AB7AAC5969C4}" type="pres">
      <dgm:prSet presAssocID="{6D3166F0-875C-40E3-97D4-E60133BCE949}" presName="sibTrans" presStyleLbl="node1" presStyleIdx="1" presStyleCnt="5"/>
      <dgm:spPr/>
    </dgm:pt>
    <dgm:pt modelId="{5BA0F4B1-F1F8-4FA2-ABFE-65986FC0946C}" type="pres">
      <dgm:prSet presAssocID="{9382FB12-E41C-4770-A32D-C97DAE52DB21}" presName="dummy" presStyleCnt="0"/>
      <dgm:spPr/>
    </dgm:pt>
    <dgm:pt modelId="{5523E829-93C0-481C-9C6C-E4CDEDF77AA6}" type="pres">
      <dgm:prSet presAssocID="{9382FB12-E41C-4770-A32D-C97DAE52DB21}" presName="node" presStyleLbl="revTx" presStyleIdx="2" presStyleCnt="5">
        <dgm:presLayoutVars>
          <dgm:bulletEnabled val="1"/>
        </dgm:presLayoutVars>
      </dgm:prSet>
      <dgm:spPr/>
    </dgm:pt>
    <dgm:pt modelId="{9F8D82B2-6E75-4238-B72F-AF06CE69B9AE}" type="pres">
      <dgm:prSet presAssocID="{DF814AD5-CA0C-4DB2-B4A8-27D26F665F80}" presName="sibTrans" presStyleLbl="node1" presStyleIdx="2" presStyleCnt="5"/>
      <dgm:spPr/>
    </dgm:pt>
    <dgm:pt modelId="{5CF4D573-45B3-43A8-9028-850A5CCF2CF1}" type="pres">
      <dgm:prSet presAssocID="{13CDC552-0810-4C5D-B29A-F7124055D663}" presName="dummy" presStyleCnt="0"/>
      <dgm:spPr/>
    </dgm:pt>
    <dgm:pt modelId="{BBE27050-8C40-4E96-95E2-4B90BE1F13A1}" type="pres">
      <dgm:prSet presAssocID="{13CDC552-0810-4C5D-B29A-F7124055D663}" presName="node" presStyleLbl="revTx" presStyleIdx="3" presStyleCnt="5">
        <dgm:presLayoutVars>
          <dgm:bulletEnabled val="1"/>
        </dgm:presLayoutVars>
      </dgm:prSet>
      <dgm:spPr/>
    </dgm:pt>
    <dgm:pt modelId="{916EB616-81A7-4A38-8A23-B3E6EA608100}" type="pres">
      <dgm:prSet presAssocID="{EA2F0E01-2C3E-4969-A269-AC22B882074A}" presName="sibTrans" presStyleLbl="node1" presStyleIdx="3" presStyleCnt="5"/>
      <dgm:spPr/>
    </dgm:pt>
    <dgm:pt modelId="{29E0FB60-6801-445C-BEA7-8EEF6853C9C8}" type="pres">
      <dgm:prSet presAssocID="{00C4562A-C759-4320-9DEB-2DE393CB533A}" presName="dummy" presStyleCnt="0"/>
      <dgm:spPr/>
    </dgm:pt>
    <dgm:pt modelId="{3C90FB6A-544D-43C2-9D8A-9031F6B2011C}" type="pres">
      <dgm:prSet presAssocID="{00C4562A-C759-4320-9DEB-2DE393CB533A}" presName="node" presStyleLbl="revTx" presStyleIdx="4" presStyleCnt="5">
        <dgm:presLayoutVars>
          <dgm:bulletEnabled val="1"/>
        </dgm:presLayoutVars>
      </dgm:prSet>
      <dgm:spPr/>
    </dgm:pt>
    <dgm:pt modelId="{D8B7B99B-3CC8-4717-95DD-4223CE15C567}" type="pres">
      <dgm:prSet presAssocID="{1C6405E6-582D-4353-87B6-1FE393CC7FEA}" presName="sibTrans" presStyleLbl="node1" presStyleIdx="4" presStyleCnt="5"/>
      <dgm:spPr/>
    </dgm:pt>
  </dgm:ptLst>
  <dgm:cxnLst>
    <dgm:cxn modelId="{51D55D06-0C38-4C72-9565-E885BC6118FD}" type="presOf" srcId="{6D3166F0-875C-40E3-97D4-E60133BCE949}" destId="{214484BC-B28E-4090-9535-AB7AAC5969C4}" srcOrd="0" destOrd="0" presId="urn:microsoft.com/office/officeart/2005/8/layout/cycle1"/>
    <dgm:cxn modelId="{9B49D70F-87CF-45B7-8DF3-CE39359F83BF}" type="presOf" srcId="{13CDC552-0810-4C5D-B29A-F7124055D663}" destId="{BBE27050-8C40-4E96-95E2-4B90BE1F13A1}" srcOrd="0" destOrd="0" presId="urn:microsoft.com/office/officeart/2005/8/layout/cycle1"/>
    <dgm:cxn modelId="{3C798E2C-B21D-42B6-AA97-F1C03D28190F}" type="presOf" srcId="{1C6405E6-582D-4353-87B6-1FE393CC7FEA}" destId="{D8B7B99B-3CC8-4717-95DD-4223CE15C567}" srcOrd="0" destOrd="0" presId="urn:microsoft.com/office/officeart/2005/8/layout/cycle1"/>
    <dgm:cxn modelId="{77AADF6B-39BF-41EF-AA01-182FB19818DD}" srcId="{DC7DFABE-76D4-4C98-94F0-FC9C95EE3BF5}" destId="{00C4562A-C759-4320-9DEB-2DE393CB533A}" srcOrd="4" destOrd="0" parTransId="{A2001FCC-E961-4E99-B99B-B481FF36A8ED}" sibTransId="{1C6405E6-582D-4353-87B6-1FE393CC7FEA}"/>
    <dgm:cxn modelId="{FB4ADB71-A6E6-47B7-9F54-35A06CFF87F6}" type="presOf" srcId="{EA2F0E01-2C3E-4969-A269-AC22B882074A}" destId="{916EB616-81A7-4A38-8A23-B3E6EA608100}" srcOrd="0" destOrd="0" presId="urn:microsoft.com/office/officeart/2005/8/layout/cycle1"/>
    <dgm:cxn modelId="{80F4727B-B0E3-476C-B648-6445D76D8A85}" srcId="{DC7DFABE-76D4-4C98-94F0-FC9C95EE3BF5}" destId="{991DE9FA-2F6C-4B4B-B335-D9019D9F4967}" srcOrd="1" destOrd="0" parTransId="{B172B281-873C-4A3C-8D06-E8300FB9B8FF}" sibTransId="{6D3166F0-875C-40E3-97D4-E60133BCE949}"/>
    <dgm:cxn modelId="{37987191-6CD7-426C-A593-EA4EA934C1B0}" type="presOf" srcId="{DC7DFABE-76D4-4C98-94F0-FC9C95EE3BF5}" destId="{DD426CDD-7967-4688-85DF-ED898471A2F7}" srcOrd="0" destOrd="0" presId="urn:microsoft.com/office/officeart/2005/8/layout/cycle1"/>
    <dgm:cxn modelId="{E3B6E293-846C-4633-AC67-3835FC0BAEE5}" type="presOf" srcId="{00C4562A-C759-4320-9DEB-2DE393CB533A}" destId="{3C90FB6A-544D-43C2-9D8A-9031F6B2011C}" srcOrd="0" destOrd="0" presId="urn:microsoft.com/office/officeart/2005/8/layout/cycle1"/>
    <dgm:cxn modelId="{6FF2CDA2-4A77-4D08-8E04-F4FDAEF8713E}" type="presOf" srcId="{D59724FF-9A55-4E98-82DF-FE5AE2BD93B3}" destId="{EBDED403-358A-4639-91D8-83A3D88FD707}" srcOrd="0" destOrd="0" presId="urn:microsoft.com/office/officeart/2005/8/layout/cycle1"/>
    <dgm:cxn modelId="{05D458BE-491A-441B-9BAB-1AD5935BA3BB}" type="presOf" srcId="{DF814AD5-CA0C-4DB2-B4A8-27D26F665F80}" destId="{9F8D82B2-6E75-4238-B72F-AF06CE69B9AE}" srcOrd="0" destOrd="0" presId="urn:microsoft.com/office/officeart/2005/8/layout/cycle1"/>
    <dgm:cxn modelId="{2877B8DC-4589-4E19-B921-3287CD914AB6}" type="presOf" srcId="{991DE9FA-2F6C-4B4B-B335-D9019D9F4967}" destId="{5AF14044-B392-4F50-844D-8C3101DCF96B}" srcOrd="0" destOrd="0" presId="urn:microsoft.com/office/officeart/2005/8/layout/cycle1"/>
    <dgm:cxn modelId="{E0D37ADF-E60C-44FB-AA95-533B78B0CD53}" srcId="{DC7DFABE-76D4-4C98-94F0-FC9C95EE3BF5}" destId="{9382FB12-E41C-4770-A32D-C97DAE52DB21}" srcOrd="2" destOrd="0" parTransId="{0B730AA6-9557-420E-8577-1B1F240FBDAF}" sibTransId="{DF814AD5-CA0C-4DB2-B4A8-27D26F665F80}"/>
    <dgm:cxn modelId="{30208AE9-250E-4A94-A6A4-A00BCFD1AD78}" srcId="{DC7DFABE-76D4-4C98-94F0-FC9C95EE3BF5}" destId="{CD5A01DE-A1D4-4344-AFB1-8C8B40668E12}" srcOrd="0" destOrd="0" parTransId="{45090823-D987-45DE-B9D1-BD465B34E439}" sibTransId="{D59724FF-9A55-4E98-82DF-FE5AE2BD93B3}"/>
    <dgm:cxn modelId="{27BDC3F0-B460-4B49-A023-F0889CEA8C6B}" type="presOf" srcId="{9382FB12-E41C-4770-A32D-C97DAE52DB21}" destId="{5523E829-93C0-481C-9C6C-E4CDEDF77AA6}" srcOrd="0" destOrd="0" presId="urn:microsoft.com/office/officeart/2005/8/layout/cycle1"/>
    <dgm:cxn modelId="{F9112CF1-7907-448A-ABE6-11421281FC01}" type="presOf" srcId="{CD5A01DE-A1D4-4344-AFB1-8C8B40668E12}" destId="{581E0DD8-DD7A-4EDE-9B74-85FBC470C648}" srcOrd="0" destOrd="0" presId="urn:microsoft.com/office/officeart/2005/8/layout/cycle1"/>
    <dgm:cxn modelId="{D9080EFB-522D-42B7-B139-D77195E9830E}" srcId="{DC7DFABE-76D4-4C98-94F0-FC9C95EE3BF5}" destId="{13CDC552-0810-4C5D-B29A-F7124055D663}" srcOrd="3" destOrd="0" parTransId="{2FA04813-5A32-4784-9C3F-22F1D9BE2D2D}" sibTransId="{EA2F0E01-2C3E-4969-A269-AC22B882074A}"/>
    <dgm:cxn modelId="{4216EC11-D026-406B-8973-C05E756B6DAA}" type="presParOf" srcId="{DD426CDD-7967-4688-85DF-ED898471A2F7}" destId="{63C7CBDC-D5AB-44EC-82B3-599824179FEF}" srcOrd="0" destOrd="0" presId="urn:microsoft.com/office/officeart/2005/8/layout/cycle1"/>
    <dgm:cxn modelId="{E871508A-1CAC-4399-991D-787CA6EC1B3E}" type="presParOf" srcId="{DD426CDD-7967-4688-85DF-ED898471A2F7}" destId="{581E0DD8-DD7A-4EDE-9B74-85FBC470C648}" srcOrd="1" destOrd="0" presId="urn:microsoft.com/office/officeart/2005/8/layout/cycle1"/>
    <dgm:cxn modelId="{7444217B-0869-4FA8-9A3F-026F4E95A71C}" type="presParOf" srcId="{DD426CDD-7967-4688-85DF-ED898471A2F7}" destId="{EBDED403-358A-4639-91D8-83A3D88FD707}" srcOrd="2" destOrd="0" presId="urn:microsoft.com/office/officeart/2005/8/layout/cycle1"/>
    <dgm:cxn modelId="{038DEEA9-76C5-44C2-80DD-D0DA13C30B21}" type="presParOf" srcId="{DD426CDD-7967-4688-85DF-ED898471A2F7}" destId="{C3544E59-56D6-4999-B662-82D99191F1A2}" srcOrd="3" destOrd="0" presId="urn:microsoft.com/office/officeart/2005/8/layout/cycle1"/>
    <dgm:cxn modelId="{B4AADBA9-B39F-47EB-B6E8-D5E12E698702}" type="presParOf" srcId="{DD426CDD-7967-4688-85DF-ED898471A2F7}" destId="{5AF14044-B392-4F50-844D-8C3101DCF96B}" srcOrd="4" destOrd="0" presId="urn:microsoft.com/office/officeart/2005/8/layout/cycle1"/>
    <dgm:cxn modelId="{C0F40995-1C6A-431A-B629-288A6350F1B3}" type="presParOf" srcId="{DD426CDD-7967-4688-85DF-ED898471A2F7}" destId="{214484BC-B28E-4090-9535-AB7AAC5969C4}" srcOrd="5" destOrd="0" presId="urn:microsoft.com/office/officeart/2005/8/layout/cycle1"/>
    <dgm:cxn modelId="{9CCF6757-0237-446C-BF90-33E2974DBEC3}" type="presParOf" srcId="{DD426CDD-7967-4688-85DF-ED898471A2F7}" destId="{5BA0F4B1-F1F8-4FA2-ABFE-65986FC0946C}" srcOrd="6" destOrd="0" presId="urn:microsoft.com/office/officeart/2005/8/layout/cycle1"/>
    <dgm:cxn modelId="{8B53764D-B563-4513-B53C-EF6DF438F95F}" type="presParOf" srcId="{DD426CDD-7967-4688-85DF-ED898471A2F7}" destId="{5523E829-93C0-481C-9C6C-E4CDEDF77AA6}" srcOrd="7" destOrd="0" presId="urn:microsoft.com/office/officeart/2005/8/layout/cycle1"/>
    <dgm:cxn modelId="{8D961C2A-039D-4390-9CF8-5E40985864DE}" type="presParOf" srcId="{DD426CDD-7967-4688-85DF-ED898471A2F7}" destId="{9F8D82B2-6E75-4238-B72F-AF06CE69B9AE}" srcOrd="8" destOrd="0" presId="urn:microsoft.com/office/officeart/2005/8/layout/cycle1"/>
    <dgm:cxn modelId="{344E0867-EEED-44C2-A7FC-6C4BBCCEFDED}" type="presParOf" srcId="{DD426CDD-7967-4688-85DF-ED898471A2F7}" destId="{5CF4D573-45B3-43A8-9028-850A5CCF2CF1}" srcOrd="9" destOrd="0" presId="urn:microsoft.com/office/officeart/2005/8/layout/cycle1"/>
    <dgm:cxn modelId="{7858DCC2-54BE-4E01-BB65-F54DE25FE964}" type="presParOf" srcId="{DD426CDD-7967-4688-85DF-ED898471A2F7}" destId="{BBE27050-8C40-4E96-95E2-4B90BE1F13A1}" srcOrd="10" destOrd="0" presId="urn:microsoft.com/office/officeart/2005/8/layout/cycle1"/>
    <dgm:cxn modelId="{B1DE1689-DA4B-4273-B67C-FAE11987656B}" type="presParOf" srcId="{DD426CDD-7967-4688-85DF-ED898471A2F7}" destId="{916EB616-81A7-4A38-8A23-B3E6EA608100}" srcOrd="11" destOrd="0" presId="urn:microsoft.com/office/officeart/2005/8/layout/cycle1"/>
    <dgm:cxn modelId="{0EC24951-6341-4F8D-B42B-155E1D20574C}" type="presParOf" srcId="{DD426CDD-7967-4688-85DF-ED898471A2F7}" destId="{29E0FB60-6801-445C-BEA7-8EEF6853C9C8}" srcOrd="12" destOrd="0" presId="urn:microsoft.com/office/officeart/2005/8/layout/cycle1"/>
    <dgm:cxn modelId="{F9CFA99E-BFE2-40F2-BC0B-F515F13E869C}" type="presParOf" srcId="{DD426CDD-7967-4688-85DF-ED898471A2F7}" destId="{3C90FB6A-544D-43C2-9D8A-9031F6B2011C}" srcOrd="13" destOrd="0" presId="urn:microsoft.com/office/officeart/2005/8/layout/cycle1"/>
    <dgm:cxn modelId="{6651A9A9-1236-480E-81CA-945097243309}" type="presParOf" srcId="{DD426CDD-7967-4688-85DF-ED898471A2F7}" destId="{D8B7B99B-3CC8-4717-95DD-4223CE15C567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1E0DD8-DD7A-4EDE-9B74-85FBC470C648}">
      <dsp:nvSpPr>
        <dsp:cNvPr id="0" name=""/>
        <dsp:cNvSpPr/>
      </dsp:nvSpPr>
      <dsp:spPr>
        <a:xfrm>
          <a:off x="4704665" y="39140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500" kern="1200"/>
        </a:p>
      </dsp:txBody>
      <dsp:txXfrm>
        <a:off x="4704665" y="39140"/>
        <a:ext cx="1341437" cy="1341437"/>
      </dsp:txXfrm>
    </dsp:sp>
    <dsp:sp modelId="{EBDED403-358A-4639-91D8-83A3D88FD707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21292825"/>
            <a:gd name="adj4" fmla="val 19766604"/>
            <a:gd name="adj5" fmla="val 606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F14044-B392-4F50-844D-8C3101DCF96B}">
      <dsp:nvSpPr>
        <dsp:cNvPr id="0" name=""/>
        <dsp:cNvSpPr/>
      </dsp:nvSpPr>
      <dsp:spPr>
        <a:xfrm>
          <a:off x="5515145" y="2533541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500" kern="1200"/>
        </a:p>
      </dsp:txBody>
      <dsp:txXfrm>
        <a:off x="5515145" y="2533541"/>
        <a:ext cx="1341437" cy="1341437"/>
      </dsp:txXfrm>
    </dsp:sp>
    <dsp:sp modelId="{214484BC-B28E-4090-9535-AB7AAC5969C4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4014266"/>
            <a:gd name="adj4" fmla="val 2253829"/>
            <a:gd name="adj5" fmla="val 606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23E829-93C0-481C-9C6C-E4CDEDF77AA6}">
      <dsp:nvSpPr>
        <dsp:cNvPr id="0" name=""/>
        <dsp:cNvSpPr/>
      </dsp:nvSpPr>
      <dsp:spPr>
        <a:xfrm>
          <a:off x="3393281" y="4075166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500" kern="1200"/>
        </a:p>
      </dsp:txBody>
      <dsp:txXfrm>
        <a:off x="3393281" y="4075166"/>
        <a:ext cx="1341437" cy="1341437"/>
      </dsp:txXfrm>
    </dsp:sp>
    <dsp:sp modelId="{9F8D82B2-6E75-4238-B72F-AF06CE69B9AE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8210155"/>
            <a:gd name="adj4" fmla="val 6449719"/>
            <a:gd name="adj5" fmla="val 606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27050-8C40-4E96-95E2-4B90BE1F13A1}">
      <dsp:nvSpPr>
        <dsp:cNvPr id="0" name=""/>
        <dsp:cNvSpPr/>
      </dsp:nvSpPr>
      <dsp:spPr>
        <a:xfrm>
          <a:off x="1271416" y="2533541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500" kern="1200"/>
        </a:p>
      </dsp:txBody>
      <dsp:txXfrm>
        <a:off x="1271416" y="2533541"/>
        <a:ext cx="1341437" cy="1341437"/>
      </dsp:txXfrm>
    </dsp:sp>
    <dsp:sp modelId="{916EB616-81A7-4A38-8A23-B3E6EA608100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12297380"/>
            <a:gd name="adj4" fmla="val 10771160"/>
            <a:gd name="adj5" fmla="val 606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90FB6A-544D-43C2-9D8A-9031F6B2011C}">
      <dsp:nvSpPr>
        <dsp:cNvPr id="0" name=""/>
        <dsp:cNvSpPr/>
      </dsp:nvSpPr>
      <dsp:spPr>
        <a:xfrm>
          <a:off x="2081896" y="39140"/>
          <a:ext cx="1341437" cy="1341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500" kern="1200"/>
        </a:p>
      </dsp:txBody>
      <dsp:txXfrm>
        <a:off x="2081896" y="39140"/>
        <a:ext cx="1341437" cy="1341437"/>
      </dsp:txXfrm>
    </dsp:sp>
    <dsp:sp modelId="{D8B7B99B-3CC8-4717-95DD-4223CE15C567}">
      <dsp:nvSpPr>
        <dsp:cNvPr id="0" name=""/>
        <dsp:cNvSpPr/>
      </dsp:nvSpPr>
      <dsp:spPr>
        <a:xfrm>
          <a:off x="1549560" y="385"/>
          <a:ext cx="5028878" cy="5028878"/>
        </a:xfrm>
        <a:prstGeom prst="circularArrow">
          <a:avLst>
            <a:gd name="adj1" fmla="val 5202"/>
            <a:gd name="adj2" fmla="val 336015"/>
            <a:gd name="adj3" fmla="val 16865256"/>
            <a:gd name="adj4" fmla="val 15198729"/>
            <a:gd name="adj5" fmla="val 606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C534B-2FFB-4723-A7EE-0028887F4A4C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DA645E-8EFB-4A4E-B647-45CE5FB062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7155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https://github.com/martin-blais/Speed_Dating-JedhaProject/blob/main/Speed_dating.ipynb</a:t>
            </a:r>
          </a:p>
          <a:p>
            <a:r>
              <a:rPr lang="fr-FR" dirty="0"/>
              <a:t>https://github.com/nodelkod/SpeedDatingJedha/blob/master/SpeedDatingPlots.ipynb</a:t>
            </a:r>
          </a:p>
          <a:p>
            <a:r>
              <a:rPr lang="fr-FR" dirty="0"/>
              <a:t>https://github.com/LionelSh/Jedha-Speed_Dating/blob/main/Speed_dating.ipynb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DA645E-8EFB-4A4E-B647-45CE5FB0626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4294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E32E5-0E32-21BA-7B33-4E84FCE765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FBD7FAC-BB3B-23EA-9DCA-FDE2BCD12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A99329-0D08-F208-031F-DEF48D787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B342EDF-8D45-AC0D-6E19-A6A4EF3C3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13D4AF-DEE6-8DD5-B765-24AE23D1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1930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AA457-D715-902A-8022-19B233A92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68595C-2546-C479-6C1A-F6870F70EE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361E16D-AC4D-321B-D85F-24E432227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B0E9905-B105-3D84-8023-4E4B5E61E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833BA0-16E0-2959-7F41-DE6E63225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0503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AD5C4-7662-3C33-749A-835A03D50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D68AA6-121B-EA82-5BBC-BB5F0B3FC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827D68-8003-E662-5E08-8D974E7B3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DAD31B-54BC-D012-D333-D4B81E75A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3A2F7A-9018-D14E-C480-3D5C3B85C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8512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C89948-B46C-0C47-D808-4E9C52EF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F6A89F-013B-B944-3E28-ADE725E6D0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12AF6CB-C120-49AD-394E-7A2C8046B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0391BE-BB8F-55D3-8C8D-FF731253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1EC92AD-3B4C-6B83-5236-02C9695E0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75454A0-AEB1-CEF4-38D7-23229D75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1081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E31C28-DDFF-E7C0-C681-A1FDFA05C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F223A1E-8CBB-445D-5595-1C0A466A6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687C315-4355-1178-CE98-6521D44E0A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096C1CD-D3B7-36B0-E7C0-4B5F36587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64A8461-FC21-6251-30CA-171A860F8E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F22BA07-48E4-B0F6-D73E-BCE7A5F13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90A414A-FEAA-4D59-82D7-7544B0EB7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ECF0D7E-BA83-BA43-6663-42AAD4F77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6008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7B553A-B5AF-69E8-EF7D-44D72EDA1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9C6FD63-B6C6-CA87-2D42-CE1DD3962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DFE31A8-2E9E-2EE1-0B65-CD612EF9F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B92A002-D0C5-1785-9613-E21F5C7A0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552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D8CDF41-3BAA-6E63-BE65-EF0DA3098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A3F9B48-44F1-076B-BBCC-367415C85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DAEEE3-188D-B8F5-4D1A-A61618618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729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CDBC42-0539-2ACD-1B55-0AB76F19F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A16142-FC29-A51F-AA37-05AA4DE91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B372C61-604A-D8C7-8EA8-60F6B9ECA6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2FDD401-A606-D7F7-F885-31B4C44E2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894DFA-51DC-3F56-2721-D6B2BD3A0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C0A7F5F-8510-20E3-B00C-70E722C8B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8466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31DE8F-1E91-2DBE-0EAE-676D32663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5EC1E0D-D738-25ED-72DF-FCAB91A199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0237CA8-10A3-2F58-A40E-2FD6DE488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D0797A5-0516-BCA8-8BC8-676AFC8E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BD4B060-FE88-63D9-46A1-C97873459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794F1AD-C7CB-BC1B-ED74-474F82D09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33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992431-887A-42A2-F0D6-035FF2E10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824D626-1967-394F-7202-187C9B4601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F9BBAD-5AEA-D507-ED47-8366B8930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AED1F4-5541-9CA6-1F75-070FDB547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4956F1-6D3B-07B2-62D8-B15CA8B49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799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1A4FCC2-DF80-4ABE-1016-2E3CABDBF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67A9DEB-9A40-84E7-F564-90C9501677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B9AE88-E141-604C-E8AF-26F45F495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F2E2E7-6ADF-D886-C29B-F3A498A5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B3C4F5E-12FB-E4BE-0188-2A09E8FDA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058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86DFC44-42A8-2BFC-28F3-7F6E6B2A2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4539119-6287-B133-CEB0-416B3F43F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C1367E4-B888-67CD-1F58-76EA915F01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E914F3-0C81-4A72-87EF-BDF4732DAA55}" type="datetimeFigureOut">
              <a:rPr lang="fr-FR" smtClean="0"/>
              <a:t>26/03/2024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E924FB-8853-7ADD-5044-7B81C15F9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2BA40FF-EDF1-54D9-336A-B755D355F4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98DF6C-3531-4BDC-9EB9-A8769B2493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63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13" Type="http://schemas.openxmlformats.org/officeDocument/2006/relationships/image" Target="../media/image7.png"/><Relationship Id="rId18" Type="http://schemas.openxmlformats.org/officeDocument/2006/relationships/image" Target="../media/image12.svg"/><Relationship Id="rId3" Type="http://schemas.openxmlformats.org/officeDocument/2006/relationships/diagramLayout" Target="../diagrams/layout1.xml"/><Relationship Id="rId21" Type="http://schemas.openxmlformats.org/officeDocument/2006/relationships/image" Target="../media/image15.png"/><Relationship Id="rId7" Type="http://schemas.openxmlformats.org/officeDocument/2006/relationships/image" Target="../media/image1.png"/><Relationship Id="rId12" Type="http://schemas.openxmlformats.org/officeDocument/2006/relationships/image" Target="../media/image6.svg"/><Relationship Id="rId17" Type="http://schemas.openxmlformats.org/officeDocument/2006/relationships/image" Target="../media/image11.png"/><Relationship Id="rId2" Type="http://schemas.openxmlformats.org/officeDocument/2006/relationships/diagramData" Target="../diagrams/data1.xml"/><Relationship Id="rId16" Type="http://schemas.openxmlformats.org/officeDocument/2006/relationships/image" Target="../media/image10.svg"/><Relationship Id="rId20" Type="http://schemas.openxmlformats.org/officeDocument/2006/relationships/image" Target="../media/image14.sv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openxmlformats.org/officeDocument/2006/relationships/image" Target="../media/image5.png"/><Relationship Id="rId24" Type="http://schemas.openxmlformats.org/officeDocument/2006/relationships/image" Target="../media/image18.svg"/><Relationship Id="rId5" Type="http://schemas.openxmlformats.org/officeDocument/2006/relationships/diagramColors" Target="../diagrams/colors1.xml"/><Relationship Id="rId15" Type="http://schemas.openxmlformats.org/officeDocument/2006/relationships/image" Target="../media/image9.png"/><Relationship Id="rId23" Type="http://schemas.openxmlformats.org/officeDocument/2006/relationships/image" Target="../media/image17.png"/><Relationship Id="rId10" Type="http://schemas.openxmlformats.org/officeDocument/2006/relationships/image" Target="../media/image4.svg"/><Relationship Id="rId19" Type="http://schemas.openxmlformats.org/officeDocument/2006/relationships/image" Target="../media/image13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Relationship Id="rId14" Type="http://schemas.openxmlformats.org/officeDocument/2006/relationships/image" Target="../media/image8.svg"/><Relationship Id="rId22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048D34-06B8-4BEF-39F3-DEC30B247B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Projet Speed Dating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BAA822E-2B33-3778-D61D-80E0665E4F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2106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73683F-97F4-B09A-A1A0-F35F30E72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Specifications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8399CA-BBD6-ECCC-534E-0335C5411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They are experiencing a </a:t>
            </a:r>
            <a:r>
              <a:rPr lang="en-US" dirty="0">
                <a:highlight>
                  <a:srgbClr val="FFFF00"/>
                </a:highlight>
              </a:rPr>
              <a:t>decrease</a:t>
            </a:r>
            <a:r>
              <a:rPr lang="en-US" dirty="0"/>
              <a:t> in the number of </a:t>
            </a:r>
            <a:r>
              <a:rPr lang="en-US" dirty="0">
                <a:highlight>
                  <a:srgbClr val="FFFF00"/>
                </a:highlight>
              </a:rPr>
              <a:t>matches</a:t>
            </a:r>
          </a:p>
          <a:p>
            <a:r>
              <a:rPr lang="en-US" dirty="0"/>
              <a:t>They are trying to find a way to understand what makes people interested into each other.</a:t>
            </a:r>
          </a:p>
          <a:p>
            <a:r>
              <a:rPr lang="en-US" dirty="0"/>
              <a:t>Use the dataset to understand what makes people interested into each other to go on </a:t>
            </a:r>
            <a:r>
              <a:rPr lang="en-US" b="1" dirty="0">
                <a:solidFill>
                  <a:srgbClr val="C00000"/>
                </a:solidFill>
              </a:rPr>
              <a:t>a second date</a:t>
            </a:r>
            <a:r>
              <a:rPr lang="en-US" dirty="0"/>
              <a:t> together</a:t>
            </a:r>
          </a:p>
          <a:p>
            <a:r>
              <a:rPr lang="en-US" dirty="0" err="1"/>
              <a:t>Qu'est-ce</a:t>
            </a:r>
            <a:r>
              <a:rPr lang="en-US" dirty="0"/>
              <a:t> qui </a:t>
            </a:r>
            <a:r>
              <a:rPr lang="en-US" dirty="0" err="1"/>
              <a:t>compte</a:t>
            </a:r>
            <a:r>
              <a:rPr lang="en-US" dirty="0"/>
              <a:t> :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seconde</a:t>
            </a:r>
            <a:r>
              <a:rPr lang="en-US" dirty="0"/>
              <a:t> date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combinaison</a:t>
            </a:r>
            <a:r>
              <a:rPr lang="en-US" dirty="0"/>
              <a:t> des 2</a:t>
            </a:r>
          </a:p>
          <a:p>
            <a:r>
              <a:rPr lang="en-US" dirty="0" err="1"/>
              <a:t>Comprendre</a:t>
            </a:r>
            <a:r>
              <a:rPr lang="en-US" dirty="0"/>
              <a:t> </a:t>
            </a:r>
            <a:r>
              <a:rPr lang="en-US" dirty="0" err="1"/>
              <a:t>colonne</a:t>
            </a:r>
            <a:r>
              <a:rPr lang="en-US" dirty="0"/>
              <a:t> FC et AU</a:t>
            </a:r>
          </a:p>
          <a:p>
            <a:pPr lvl="1"/>
            <a:r>
              <a:rPr lang="en-US" dirty="0" err="1"/>
              <a:t>Voir</a:t>
            </a:r>
            <a:r>
              <a:rPr lang="en-US" dirty="0"/>
              <a:t> date_3, numdat_3 et num_in_3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6086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06C7F3-1F37-3278-1418-9BDC17C64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60927A-C4AD-6A17-7C37-5D5E28883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was gathered from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participants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 experimental speed dating events from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2002-2004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During the events, the attendees would have a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four minute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"first date" with every other participant of the opposite sex.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 the end of their four minutes, participants were asked if they would like to see their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 again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They were also asked to rate their date on six attributes: Attractiveness, Sincerity, Intelligence, Fun, Ambition, and Shared Interests.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The dataset also includes questionnaire data gathered from participants at different points in the process.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These fields include: demographics, dating habits, self-perception across key attributes, beliefs on what others find valuable in a mate, and lifestyle information. </a:t>
            </a:r>
            <a:endParaRPr lang="fr-F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660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9086A4-9D3D-2622-422B-4D778D844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 vrac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73A031-F013-EC2C-5A2F-672CAB81E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Identifier la </a:t>
            </a:r>
            <a:r>
              <a:rPr lang="fr-FR" dirty="0" err="1"/>
              <a:t>target</a:t>
            </a:r>
            <a:r>
              <a:rPr lang="fr-FR" dirty="0"/>
              <a:t> ?</a:t>
            </a:r>
          </a:p>
          <a:p>
            <a:pPr lvl="1"/>
            <a:r>
              <a:rPr lang="fr-FR" dirty="0"/>
              <a:t>Succès = Un matche des 2 côtés</a:t>
            </a:r>
          </a:p>
          <a:p>
            <a:pPr lvl="1"/>
            <a:r>
              <a:rPr lang="fr-FR" dirty="0"/>
              <a:t>On cherche à savoir quels sont le ou les paramètres qui déclenchent le plus de matches</a:t>
            </a:r>
          </a:p>
          <a:p>
            <a:pPr lvl="2"/>
            <a:r>
              <a:rPr lang="fr-FR" dirty="0"/>
              <a:t>Par exemple si c'est la religion faudra envisager des speed dating Mormons, Cathos, Bouddhistes etc.</a:t>
            </a:r>
          </a:p>
          <a:p>
            <a:r>
              <a:rPr lang="fr-FR" dirty="0"/>
              <a:t>Répondre à la problématique à la fin</a:t>
            </a:r>
          </a:p>
          <a:p>
            <a:r>
              <a:rPr lang="fr-FR" dirty="0"/>
              <a:t>Z! Population de "</a:t>
            </a:r>
            <a:r>
              <a:rPr lang="fr-FR" dirty="0" err="1"/>
              <a:t>students</a:t>
            </a:r>
            <a:r>
              <a:rPr lang="fr-FR" dirty="0"/>
              <a:t>" (cf. le doc) </a:t>
            </a:r>
          </a:p>
          <a:p>
            <a:pPr lvl="1"/>
            <a:r>
              <a:rPr lang="fr-FR" dirty="0"/>
              <a:t>pas des travailleurs en situation</a:t>
            </a:r>
          </a:p>
          <a:p>
            <a:pPr lvl="1"/>
            <a:r>
              <a:rPr lang="fr-FR" dirty="0"/>
              <a:t>Est-ce que c'est la majorité des clients?</a:t>
            </a:r>
          </a:p>
        </p:txBody>
      </p:sp>
    </p:spTree>
    <p:extLst>
      <p:ext uri="{BB962C8B-B14F-4D97-AF65-F5344CB8AC3E}">
        <p14:creationId xmlns:p14="http://schemas.microsoft.com/office/powerpoint/2010/main" val="2316578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D6A3C6-79F5-C010-C945-57F676A12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Timing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722D9D-778E-DBDB-04EF-EBEE58157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Etude du Word</a:t>
            </a:r>
          </a:p>
          <a:p>
            <a:pPr lvl="1"/>
            <a:r>
              <a:rPr lang="fr-FR" dirty="0"/>
              <a:t>4H + 3H + 1H</a:t>
            </a:r>
          </a:p>
        </p:txBody>
      </p:sp>
    </p:spTree>
    <p:extLst>
      <p:ext uri="{BB962C8B-B14F-4D97-AF65-F5344CB8AC3E}">
        <p14:creationId xmlns:p14="http://schemas.microsoft.com/office/powerpoint/2010/main" val="799097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515EFB-10CD-0A53-AA1D-AE59AEE0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Idées de questions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BB58AD-A9B2-CF45-0FF6-ADABB49A6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What are the least desirable attributes in a male partner? Does this differ for female partners?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How important do people think attractiveness is in potential mate selection vs. its real impact?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Are shared interests more important than a shared racial background?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 people accurately predict their own perceived value in the dating market?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 terms of getting a second date, is it better to be someone's first speed date of the night or their last?</a:t>
            </a:r>
            <a:endParaRPr lang="fr-F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0399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me 4">
            <a:extLst>
              <a:ext uri="{FF2B5EF4-FFF2-40B4-BE49-F238E27FC236}">
                <a16:creationId xmlns:a16="http://schemas.microsoft.com/office/drawing/2014/main" id="{F02265F0-0A52-221B-599B-24EC7A99C3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7058883"/>
              </p:ext>
            </p:extLst>
          </p:nvPr>
        </p:nvGraphicFramePr>
        <p:xfrm>
          <a:off x="2032000" y="128354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Graphique 3" descr="Homme avec un remplissage uni">
            <a:extLst>
              <a:ext uri="{FF2B5EF4-FFF2-40B4-BE49-F238E27FC236}">
                <a16:creationId xmlns:a16="http://schemas.microsoft.com/office/drawing/2014/main" id="{A5866041-57A1-6A65-5479-D53671BCC1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31292" y="1524000"/>
            <a:ext cx="1033272" cy="1033272"/>
          </a:xfrm>
          <a:prstGeom prst="rect">
            <a:avLst/>
          </a:prstGeom>
        </p:spPr>
      </p:pic>
      <p:pic>
        <p:nvPicPr>
          <p:cNvPr id="6" name="Graphique 5" descr="Homme avec un remplissage uni">
            <a:extLst>
              <a:ext uri="{FF2B5EF4-FFF2-40B4-BE49-F238E27FC236}">
                <a16:creationId xmlns:a16="http://schemas.microsoft.com/office/drawing/2014/main" id="{0F55CCFB-3C96-EC44-243A-DFA3FA3FF9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18120" y="1524000"/>
            <a:ext cx="1033272" cy="1033272"/>
          </a:xfrm>
          <a:prstGeom prst="rect">
            <a:avLst/>
          </a:prstGeom>
        </p:spPr>
      </p:pic>
      <p:pic>
        <p:nvPicPr>
          <p:cNvPr id="7" name="Graphique 6" descr="Homme avec un remplissage uni">
            <a:extLst>
              <a:ext uri="{FF2B5EF4-FFF2-40B4-BE49-F238E27FC236}">
                <a16:creationId xmlns:a16="http://schemas.microsoft.com/office/drawing/2014/main" id="{B9E284FC-48BC-158C-0976-36A1D370EF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559248" y="5463540"/>
            <a:ext cx="1033272" cy="1033272"/>
          </a:xfrm>
          <a:prstGeom prst="rect">
            <a:avLst/>
          </a:prstGeom>
        </p:spPr>
      </p:pic>
      <p:pic>
        <p:nvPicPr>
          <p:cNvPr id="8" name="Graphique 7" descr="Femme avec un remplissage uni">
            <a:extLst>
              <a:ext uri="{FF2B5EF4-FFF2-40B4-BE49-F238E27FC236}">
                <a16:creationId xmlns:a16="http://schemas.microsoft.com/office/drawing/2014/main" id="{40D2085C-EC78-12B8-5561-DCB9D2D128D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79004" y="3970019"/>
            <a:ext cx="1033200" cy="1033200"/>
          </a:xfrm>
          <a:prstGeom prst="rect">
            <a:avLst/>
          </a:prstGeom>
        </p:spPr>
      </p:pic>
      <p:pic>
        <p:nvPicPr>
          <p:cNvPr id="9" name="Graphique 8" descr="Femme avec un remplissage uni">
            <a:extLst>
              <a:ext uri="{FF2B5EF4-FFF2-40B4-BE49-F238E27FC236}">
                <a16:creationId xmlns:a16="http://schemas.microsoft.com/office/drawing/2014/main" id="{1A05D817-1B29-FBCD-7B5D-9E92094086A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400081" y="3970019"/>
            <a:ext cx="1033200" cy="1033200"/>
          </a:xfrm>
          <a:prstGeom prst="rect">
            <a:avLst/>
          </a:prstGeom>
        </p:spPr>
      </p:pic>
      <p:pic>
        <p:nvPicPr>
          <p:cNvPr id="10" name="Graphique 9" descr="Homme avec un remplissage uni">
            <a:extLst>
              <a:ext uri="{FF2B5EF4-FFF2-40B4-BE49-F238E27FC236}">
                <a16:creationId xmlns:a16="http://schemas.microsoft.com/office/drawing/2014/main" id="{FA714908-D9C2-D832-C50C-15B30AD4D30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579364" y="2328841"/>
            <a:ext cx="1033272" cy="1033272"/>
          </a:xfrm>
          <a:prstGeom prst="rect">
            <a:avLst/>
          </a:prstGeom>
        </p:spPr>
      </p:pic>
      <p:pic>
        <p:nvPicPr>
          <p:cNvPr id="11" name="Graphique 10" descr="Homme avec un remplissage uni">
            <a:extLst>
              <a:ext uri="{FF2B5EF4-FFF2-40B4-BE49-F238E27FC236}">
                <a16:creationId xmlns:a16="http://schemas.microsoft.com/office/drawing/2014/main" id="{AE96A0BD-BE47-47A5-F1BD-43785CA76E4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501384" y="3014641"/>
            <a:ext cx="1033272" cy="1033272"/>
          </a:xfrm>
          <a:prstGeom prst="rect">
            <a:avLst/>
          </a:prstGeom>
        </p:spPr>
      </p:pic>
      <p:pic>
        <p:nvPicPr>
          <p:cNvPr id="12" name="Graphique 11" descr="Homme avec un remplissage uni">
            <a:extLst>
              <a:ext uri="{FF2B5EF4-FFF2-40B4-BE49-F238E27FC236}">
                <a16:creationId xmlns:a16="http://schemas.microsoft.com/office/drawing/2014/main" id="{3D2CB7F4-7952-7DFB-60B4-3BEAE993044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814064" y="4112513"/>
            <a:ext cx="1033272" cy="1033272"/>
          </a:xfrm>
          <a:prstGeom prst="rect">
            <a:avLst/>
          </a:prstGeom>
        </p:spPr>
      </p:pic>
      <p:pic>
        <p:nvPicPr>
          <p:cNvPr id="13" name="Graphique 12" descr="Femme avec un remplissage uni">
            <a:extLst>
              <a:ext uri="{FF2B5EF4-FFF2-40B4-BE49-F238E27FC236}">
                <a16:creationId xmlns:a16="http://schemas.microsoft.com/office/drawing/2014/main" id="{F89114F5-9762-CAFF-C89D-ED06FE5EBD07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004634" y="4271463"/>
            <a:ext cx="1033200" cy="1033200"/>
          </a:xfrm>
          <a:prstGeom prst="rect">
            <a:avLst/>
          </a:prstGeom>
        </p:spPr>
      </p:pic>
      <p:pic>
        <p:nvPicPr>
          <p:cNvPr id="14" name="Graphique 13" descr="Femme avec un remplissage uni">
            <a:extLst>
              <a:ext uri="{FF2B5EF4-FFF2-40B4-BE49-F238E27FC236}">
                <a16:creationId xmlns:a16="http://schemas.microsoft.com/office/drawing/2014/main" id="{88EE51BB-37EC-F590-B6F6-EDE039F3513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590579" y="2936784"/>
            <a:ext cx="1033200" cy="1033200"/>
          </a:xfrm>
          <a:prstGeom prst="rect">
            <a:avLst/>
          </a:prstGeom>
        </p:spPr>
      </p:pic>
      <p:sp>
        <p:nvSpPr>
          <p:cNvPr id="15" name="Titre 14">
            <a:extLst>
              <a:ext uri="{FF2B5EF4-FFF2-40B4-BE49-F238E27FC236}">
                <a16:creationId xmlns:a16="http://schemas.microsoft.com/office/drawing/2014/main" id="{4A0F2F50-A8F4-B84F-6FFC-7F8D6197C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Speed Dating</a:t>
            </a:r>
          </a:p>
        </p:txBody>
      </p:sp>
    </p:spTree>
    <p:extLst>
      <p:ext uri="{BB962C8B-B14F-4D97-AF65-F5344CB8AC3E}">
        <p14:creationId xmlns:p14="http://schemas.microsoft.com/office/powerpoint/2010/main" val="3032471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1E4B3F4-E44C-71B1-8A11-E3246DF17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289100"/>
              </p:ext>
            </p:extLst>
          </p:nvPr>
        </p:nvGraphicFramePr>
        <p:xfrm>
          <a:off x="838200" y="1527386"/>
          <a:ext cx="10858500" cy="496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2820">
                  <a:extLst>
                    <a:ext uri="{9D8B030D-6E8A-4147-A177-3AD203B41FA5}">
                      <a16:colId xmlns:a16="http://schemas.microsoft.com/office/drawing/2014/main" val="1571742695"/>
                    </a:ext>
                  </a:extLst>
                </a:gridCol>
                <a:gridCol w="7345680">
                  <a:extLst>
                    <a:ext uri="{9D8B030D-6E8A-4147-A177-3AD203B41FA5}">
                      <a16:colId xmlns:a16="http://schemas.microsoft.com/office/drawing/2014/main" val="41464984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254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Columns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dec</a:t>
                      </a:r>
                      <a:r>
                        <a:rPr lang="fr-FR" dirty="0"/>
                        <a:t> (col 97)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04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Number</a:t>
                      </a:r>
                      <a:r>
                        <a:rPr lang="fr-FR" dirty="0"/>
                        <a:t> of </a:t>
                      </a:r>
                      <a:r>
                        <a:rPr lang="fr-FR" dirty="0" err="1"/>
                        <a:t>rows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8 378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02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Number</a:t>
                      </a:r>
                      <a:r>
                        <a:rPr lang="fr-FR" dirty="0"/>
                        <a:t> of </a:t>
                      </a:r>
                      <a:r>
                        <a:rPr lang="fr-FR" dirty="0" err="1"/>
                        <a:t>columns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   195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6697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/>
                        <a:t>Number</a:t>
                      </a:r>
                      <a:r>
                        <a:rPr lang="fr-FR" dirty="0"/>
                        <a:t> of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      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0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Types of 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174 </a:t>
                      </a:r>
                      <a:r>
                        <a:rPr lang="fr-FR" dirty="0" err="1"/>
                        <a:t>float</a:t>
                      </a:r>
                      <a:r>
                        <a:rPr lang="fr-FR" dirty="0"/>
                        <a:t>, 13 </a:t>
                      </a:r>
                      <a:r>
                        <a:rPr lang="fr-FR" dirty="0" err="1"/>
                        <a:t>int</a:t>
                      </a:r>
                      <a:r>
                        <a:rPr lang="fr-FR" dirty="0"/>
                        <a:t> and 8 </a:t>
                      </a:r>
                      <a:r>
                        <a:rPr lang="fr-FR" dirty="0" err="1"/>
                        <a:t>object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25206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Nb of </a:t>
                      </a:r>
                      <a:r>
                        <a:rPr lang="fr-FR" dirty="0" err="1"/>
                        <a:t>discrete</a:t>
                      </a:r>
                      <a:r>
                        <a:rPr lang="fr-FR" dirty="0"/>
                        <a:t> 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gender</a:t>
                      </a:r>
                      <a:r>
                        <a:rPr lang="fr-FR" dirty="0"/>
                        <a:t>, </a:t>
                      </a:r>
                      <a:r>
                        <a:rPr lang="fr-FR" dirty="0" err="1"/>
                        <a:t>wave</a:t>
                      </a:r>
                      <a:r>
                        <a:rPr lang="fr-FR" dirty="0"/>
                        <a:t>, round…</a:t>
                      </a:r>
                      <a:br>
                        <a:rPr lang="fr-FR" dirty="0"/>
                      </a:br>
                      <a:r>
                        <a:rPr lang="fr-FR" dirty="0" err="1"/>
                        <a:t>field</a:t>
                      </a:r>
                      <a:r>
                        <a:rPr lang="fr-FR" dirty="0"/>
                        <a:t>, </a:t>
                      </a:r>
                      <a:r>
                        <a:rPr lang="fr-FR" dirty="0" err="1"/>
                        <a:t>field_cd</a:t>
                      </a:r>
                      <a:r>
                        <a:rPr lang="fr-FR" dirty="0"/>
                        <a:t>, race, </a:t>
                      </a:r>
                      <a:r>
                        <a:rPr lang="fr-FR" dirty="0" err="1"/>
                        <a:t>go_out</a:t>
                      </a:r>
                      <a:r>
                        <a:rPr lang="fr-FR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44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Nb of </a:t>
                      </a:r>
                      <a:r>
                        <a:rPr lang="fr-FR" dirty="0" err="1"/>
                        <a:t>continuous</a:t>
                      </a:r>
                      <a:r>
                        <a:rPr lang="fr-FR" dirty="0"/>
                        <a:t> 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90%</a:t>
                      </a:r>
                      <a:br>
                        <a:rPr lang="fr-FR" dirty="0"/>
                      </a:br>
                      <a:r>
                        <a:rPr lang="fr-FR" dirty="0"/>
                        <a:t>Most of the </a:t>
                      </a:r>
                      <a:r>
                        <a:rPr lang="fr-FR" dirty="0" err="1"/>
                        <a:t>attibutes</a:t>
                      </a:r>
                      <a:r>
                        <a:rPr lang="fr-FR" dirty="0"/>
                        <a:t> are </a:t>
                      </a:r>
                      <a:r>
                        <a:rPr lang="fr-FR" dirty="0" err="1"/>
                        <a:t>now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float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numbers</a:t>
                      </a:r>
                      <a:r>
                        <a:rPr lang="fr-FR" dirty="0"/>
                        <a:t> (</a:t>
                      </a:r>
                      <a:r>
                        <a:rPr lang="fr-FR" dirty="0" err="1"/>
                        <a:t>pf_o_att</a:t>
                      </a:r>
                      <a:r>
                        <a:rPr lang="fr-FR" dirty="0"/>
                        <a:t>, attr_1_1…)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34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Identification of the </a:t>
                      </a:r>
                      <a:r>
                        <a:rPr lang="fr-FR" dirty="0" err="1"/>
                        <a:t>missing</a:t>
                      </a:r>
                      <a:r>
                        <a:rPr lang="fr-FR" dirty="0"/>
                        <a:t>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26% of the </a:t>
                      </a:r>
                      <a:r>
                        <a:rPr lang="fr-FR" dirty="0" err="1"/>
                        <a:t>cells</a:t>
                      </a:r>
                      <a:r>
                        <a:rPr lang="fr-FR" dirty="0"/>
                        <a:t> are </a:t>
                      </a:r>
                      <a:r>
                        <a:rPr lang="fr-FR" dirty="0" err="1"/>
                        <a:t>empty</a:t>
                      </a:r>
                      <a:endParaRPr lang="fr-FR" dirty="0"/>
                    </a:p>
                    <a:p>
                      <a:r>
                        <a:rPr lang="fr-FR" dirty="0"/>
                        <a:t>80% of the </a:t>
                      </a:r>
                      <a:r>
                        <a:rPr lang="fr-FR" dirty="0" err="1"/>
                        <a:t>empty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cells</a:t>
                      </a:r>
                      <a:r>
                        <a:rPr lang="fr-FR" dirty="0"/>
                        <a:t> are in 34% of the </a:t>
                      </a:r>
                      <a:r>
                        <a:rPr lang="fr-FR" dirty="0" err="1"/>
                        <a:t>columns</a:t>
                      </a:r>
                      <a:endParaRPr lang="fr-FR" dirty="0"/>
                    </a:p>
                    <a:p>
                      <a:endParaRPr lang="fr-FR"/>
                    </a:p>
                    <a:p>
                      <a:r>
                        <a:rPr lang="fr-FR"/>
                        <a:t>92</a:t>
                      </a:r>
                      <a:r>
                        <a:rPr lang="fr-FR" dirty="0"/>
                        <a:t>% of num_in_3 </a:t>
                      </a:r>
                      <a:r>
                        <a:rPr lang="fr-FR" dirty="0" err="1"/>
                        <a:t>is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missing</a:t>
                      </a:r>
                      <a:endParaRPr lang="fr-FR" dirty="0"/>
                    </a:p>
                    <a:p>
                      <a:r>
                        <a:rPr lang="fr-FR" dirty="0"/>
                        <a:t>82% of numdat_3 </a:t>
                      </a:r>
                      <a:r>
                        <a:rPr lang="fr-FR" dirty="0" err="1"/>
                        <a:t>is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missing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2439196"/>
                  </a:ext>
                </a:extLst>
              </a:tr>
            </a:tbl>
          </a:graphicData>
        </a:graphic>
      </p:graphicFrame>
      <p:sp>
        <p:nvSpPr>
          <p:cNvPr id="4" name="Titre 3">
            <a:extLst>
              <a:ext uri="{FF2B5EF4-FFF2-40B4-BE49-F238E27FC236}">
                <a16:creationId xmlns:a16="http://schemas.microsoft.com/office/drawing/2014/main" id="{6DED0354-6DDF-7A8E-9478-7A0513F21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</a:t>
            </a:r>
            <a:r>
              <a:rPr lang="fr-FR" dirty="0"/>
              <a:t> do </a:t>
            </a:r>
            <a:r>
              <a:rPr lang="fr-FR" dirty="0" err="1"/>
              <a:t>we</a:t>
            </a:r>
            <a:r>
              <a:rPr lang="fr-FR" dirty="0"/>
              <a:t> get ?</a:t>
            </a:r>
          </a:p>
        </p:txBody>
      </p:sp>
    </p:spTree>
    <p:extLst>
      <p:ext uri="{BB962C8B-B14F-4D97-AF65-F5344CB8AC3E}">
        <p14:creationId xmlns:p14="http://schemas.microsoft.com/office/powerpoint/2010/main" val="36311020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C2A2999-2A2B-52F7-227C-09A61B8C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Graphique 4" descr="Homme avec un remplissage uni">
            <a:extLst>
              <a:ext uri="{FF2B5EF4-FFF2-40B4-BE49-F238E27FC236}">
                <a16:creationId xmlns:a16="http://schemas.microsoft.com/office/drawing/2014/main" id="{C2D34783-C6E4-301A-7FF1-B841B6605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668" y="2718816"/>
            <a:ext cx="1743456" cy="1743456"/>
          </a:xfrm>
          <a:prstGeom prst="rect">
            <a:avLst/>
          </a:prstGeom>
        </p:spPr>
      </p:pic>
      <p:pic>
        <p:nvPicPr>
          <p:cNvPr id="7" name="Graphique 6" descr="Femme avec un remplissage uni">
            <a:extLst>
              <a:ext uri="{FF2B5EF4-FFF2-40B4-BE49-F238E27FC236}">
                <a16:creationId xmlns:a16="http://schemas.microsoft.com/office/drawing/2014/main" id="{30C17F68-E2AA-3F3B-01AA-A173088A05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48544" y="2622804"/>
            <a:ext cx="1743456" cy="1743456"/>
          </a:xfrm>
          <a:prstGeom prst="rect">
            <a:avLst/>
          </a:prstGeom>
        </p:spPr>
      </p:pic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D457F5E4-7C2D-FE4E-6227-42A5982DD0A8}"/>
              </a:ext>
            </a:extLst>
          </p:cNvPr>
          <p:cNvSpPr/>
          <p:nvPr/>
        </p:nvSpPr>
        <p:spPr>
          <a:xfrm>
            <a:off x="5560981" y="2774920"/>
            <a:ext cx="5040000" cy="720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attr1_ - Q8 - </a:t>
            </a:r>
            <a:r>
              <a:rPr lang="fr-FR" sz="1400" dirty="0" err="1"/>
              <a:t>what</a:t>
            </a:r>
            <a:r>
              <a:rPr lang="fr-FR" sz="1400" dirty="0"/>
              <a:t> </a:t>
            </a:r>
            <a:r>
              <a:rPr lang="fr-FR" sz="1400" dirty="0" err="1"/>
              <a:t>you</a:t>
            </a:r>
            <a:r>
              <a:rPr lang="fr-FR" sz="1400" dirty="0"/>
              <a:t> look for in </a:t>
            </a:r>
            <a:r>
              <a:rPr lang="fr-FR" sz="1400" dirty="0" err="1"/>
              <a:t>opp</a:t>
            </a:r>
            <a:r>
              <a:rPr lang="fr-FR" sz="1400" dirty="0"/>
              <a:t> </a:t>
            </a:r>
            <a:r>
              <a:rPr lang="fr-FR" sz="1400" dirty="0" err="1"/>
              <a:t>sex</a:t>
            </a:r>
            <a:endParaRPr lang="fr-FR" sz="1400" dirty="0"/>
          </a:p>
        </p:txBody>
      </p:sp>
      <p:sp>
        <p:nvSpPr>
          <p:cNvPr id="9" name="Flèche : gauche 8">
            <a:extLst>
              <a:ext uri="{FF2B5EF4-FFF2-40B4-BE49-F238E27FC236}">
                <a16:creationId xmlns:a16="http://schemas.microsoft.com/office/drawing/2014/main" id="{08527DFB-C326-42D8-3868-92244B861396}"/>
              </a:ext>
            </a:extLst>
          </p:cNvPr>
          <p:cNvSpPr/>
          <p:nvPr/>
        </p:nvSpPr>
        <p:spPr>
          <a:xfrm>
            <a:off x="5547935" y="3439965"/>
            <a:ext cx="5040000" cy="720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attr2_ - Q10 - </a:t>
            </a:r>
            <a:r>
              <a:rPr lang="fr-FR" sz="1400" dirty="0" err="1"/>
              <a:t>what</a:t>
            </a:r>
            <a:r>
              <a:rPr lang="fr-FR" sz="1400" dirty="0"/>
              <a:t> I </a:t>
            </a:r>
            <a:r>
              <a:rPr lang="fr-FR" sz="1400" dirty="0" err="1"/>
              <a:t>think</a:t>
            </a:r>
            <a:r>
              <a:rPr lang="fr-FR" sz="1400" dirty="0"/>
              <a:t> </a:t>
            </a:r>
            <a:r>
              <a:rPr lang="fr-FR" sz="1400" dirty="0" err="1"/>
              <a:t>they</a:t>
            </a:r>
            <a:r>
              <a:rPr lang="fr-FR" sz="1400" dirty="0"/>
              <a:t> look for a date</a:t>
            </a:r>
          </a:p>
        </p:txBody>
      </p:sp>
      <p:pic>
        <p:nvPicPr>
          <p:cNvPr id="11" name="Graphique 10" descr="Nuage contour">
            <a:extLst>
              <a:ext uri="{FF2B5EF4-FFF2-40B4-BE49-F238E27FC236}">
                <a16:creationId xmlns:a16="http://schemas.microsoft.com/office/drawing/2014/main" id="{7CCBDF41-572B-4E3C-C004-9823BB4A4A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60689" y="1794532"/>
            <a:ext cx="1466088" cy="1466088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D2E02F60-7FBB-0954-3EC7-9BF8BB5CB190}"/>
              </a:ext>
            </a:extLst>
          </p:cNvPr>
          <p:cNvSpPr txBox="1"/>
          <p:nvPr/>
        </p:nvSpPr>
        <p:spPr>
          <a:xfrm>
            <a:off x="249081" y="2889031"/>
            <a:ext cx="23500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Q1 - </a:t>
            </a:r>
            <a:r>
              <a:rPr lang="fr-FR" sz="1200" dirty="0" err="1"/>
              <a:t>primary</a:t>
            </a:r>
            <a:r>
              <a:rPr lang="fr-FR" sz="1200" dirty="0"/>
              <a:t> goal</a:t>
            </a:r>
          </a:p>
          <a:p>
            <a:r>
              <a:rPr lang="fr-FR" sz="1200" dirty="0"/>
              <a:t>Q4 - </a:t>
            </a:r>
            <a:r>
              <a:rPr lang="fr-FR" sz="1200" dirty="0" err="1"/>
              <a:t>intended</a:t>
            </a:r>
            <a:r>
              <a:rPr lang="fr-FR" sz="1200" dirty="0"/>
              <a:t> </a:t>
            </a:r>
            <a:r>
              <a:rPr lang="fr-FR" sz="1200" dirty="0" err="1"/>
              <a:t>career</a:t>
            </a:r>
            <a:endParaRPr lang="fr-FR" sz="1200" dirty="0"/>
          </a:p>
          <a:p>
            <a:r>
              <a:rPr lang="fr-FR" sz="1200" dirty="0"/>
              <a:t>Q6 – expectation happy</a:t>
            </a:r>
          </a:p>
          <a:p>
            <a:r>
              <a:rPr lang="fr-FR" sz="1200" dirty="0"/>
              <a:t>Q7 – expectation </a:t>
            </a:r>
            <a:r>
              <a:rPr lang="fr-FR" sz="1200" dirty="0" err="1"/>
              <a:t>num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7AC9996-9E9A-41A8-EB31-C0F7BA65539C}"/>
              </a:ext>
            </a:extLst>
          </p:cNvPr>
          <p:cNvSpPr txBox="1"/>
          <p:nvPr/>
        </p:nvSpPr>
        <p:spPr>
          <a:xfrm>
            <a:off x="495905" y="4550993"/>
            <a:ext cx="1743456" cy="15696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200" dirty="0" err="1"/>
              <a:t>Attributes</a:t>
            </a:r>
            <a:endParaRPr lang="fr-FR" sz="1200" dirty="0"/>
          </a:p>
          <a:p>
            <a:r>
              <a:rPr lang="fr-FR" sz="1200" dirty="0"/>
              <a:t>Q2 - How </a:t>
            </a:r>
            <a:r>
              <a:rPr lang="fr-FR" sz="1200" dirty="0" err="1"/>
              <a:t>often</a:t>
            </a:r>
            <a:r>
              <a:rPr lang="fr-FR" sz="1200" dirty="0"/>
              <a:t> on date</a:t>
            </a:r>
          </a:p>
          <a:p>
            <a:r>
              <a:rPr lang="fr-FR" sz="1200" dirty="0"/>
              <a:t>Q3 - How </a:t>
            </a:r>
            <a:r>
              <a:rPr lang="fr-FR" sz="1200" dirty="0" err="1"/>
              <a:t>often</a:t>
            </a:r>
            <a:r>
              <a:rPr lang="fr-FR" sz="1200" dirty="0"/>
              <a:t> out</a:t>
            </a:r>
          </a:p>
          <a:p>
            <a:r>
              <a:rPr lang="fr-FR" sz="1200" dirty="0"/>
              <a:t>Q5 - </a:t>
            </a:r>
            <a:r>
              <a:rPr lang="fr-FR" sz="1200" dirty="0" err="1"/>
              <a:t>Activities</a:t>
            </a:r>
            <a:endParaRPr lang="fr-FR" sz="1200" dirty="0"/>
          </a:p>
          <a:p>
            <a:r>
              <a:rPr lang="fr-FR" sz="1200" dirty="0" err="1"/>
              <a:t>Undergraduate</a:t>
            </a:r>
            <a:r>
              <a:rPr lang="fr-FR" sz="1200" dirty="0"/>
              <a:t> </a:t>
            </a:r>
            <a:r>
              <a:rPr lang="fr-FR" sz="1200" dirty="0" err="1"/>
              <a:t>school</a:t>
            </a:r>
            <a:endParaRPr lang="fr-FR" sz="1200" dirty="0"/>
          </a:p>
          <a:p>
            <a:r>
              <a:rPr lang="fr-FR" sz="1200" dirty="0"/>
              <a:t>Race</a:t>
            </a:r>
          </a:p>
          <a:p>
            <a:r>
              <a:rPr lang="fr-FR" sz="1200" dirty="0"/>
              <a:t>Religion</a:t>
            </a:r>
          </a:p>
          <a:p>
            <a:r>
              <a:rPr lang="fr-FR" sz="1200" dirty="0"/>
              <a:t>Age</a:t>
            </a:r>
          </a:p>
        </p:txBody>
      </p:sp>
      <p:sp>
        <p:nvSpPr>
          <p:cNvPr id="16" name="Flèche : gauche 15">
            <a:extLst>
              <a:ext uri="{FF2B5EF4-FFF2-40B4-BE49-F238E27FC236}">
                <a16:creationId xmlns:a16="http://schemas.microsoft.com/office/drawing/2014/main" id="{7CEEECCA-816F-C774-7A9B-E096B178AD3F}"/>
              </a:ext>
            </a:extLst>
          </p:cNvPr>
          <p:cNvSpPr/>
          <p:nvPr/>
        </p:nvSpPr>
        <p:spPr>
          <a:xfrm>
            <a:off x="5929976" y="4104696"/>
            <a:ext cx="5040000" cy="720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attr4_ - Q9 - </a:t>
            </a:r>
            <a:r>
              <a:rPr lang="fr-FR" sz="1400" dirty="0" err="1"/>
              <a:t>what</a:t>
            </a:r>
            <a:r>
              <a:rPr lang="fr-FR" sz="1400" dirty="0"/>
              <a:t> </a:t>
            </a:r>
            <a:r>
              <a:rPr lang="fr-FR" sz="1400" dirty="0" err="1"/>
              <a:t>they</a:t>
            </a:r>
            <a:r>
              <a:rPr lang="fr-FR" sz="1400" dirty="0"/>
              <a:t> look for in </a:t>
            </a:r>
            <a:r>
              <a:rPr lang="fr-FR" sz="1400" dirty="0" err="1"/>
              <a:t>opp</a:t>
            </a:r>
            <a:r>
              <a:rPr lang="fr-FR" sz="1400" dirty="0"/>
              <a:t> </a:t>
            </a:r>
            <a:r>
              <a:rPr lang="fr-FR" sz="1400" dirty="0" err="1"/>
              <a:t>sex</a:t>
            </a:r>
            <a:endParaRPr lang="fr-FR" sz="1400" dirty="0"/>
          </a:p>
        </p:txBody>
      </p:sp>
      <p:sp>
        <p:nvSpPr>
          <p:cNvPr id="17" name="Flèche : en arc 16">
            <a:extLst>
              <a:ext uri="{FF2B5EF4-FFF2-40B4-BE49-F238E27FC236}">
                <a16:creationId xmlns:a16="http://schemas.microsoft.com/office/drawing/2014/main" id="{1F5D8C2D-3CC9-9372-0A81-F086E089E33C}"/>
              </a:ext>
            </a:extLst>
          </p:cNvPr>
          <p:cNvSpPr/>
          <p:nvPr/>
        </p:nvSpPr>
        <p:spPr>
          <a:xfrm>
            <a:off x="4096084" y="2307336"/>
            <a:ext cx="1104900" cy="1051465"/>
          </a:xfrm>
          <a:prstGeom prst="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179BD8A-7831-07E4-0911-BFBDAF7266DC}"/>
              </a:ext>
            </a:extLst>
          </p:cNvPr>
          <p:cNvSpPr txBox="1"/>
          <p:nvPr/>
        </p:nvSpPr>
        <p:spPr>
          <a:xfrm>
            <a:off x="3417017" y="2063105"/>
            <a:ext cx="30258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attr3_ - Q11 - How I </a:t>
            </a:r>
            <a:r>
              <a:rPr lang="fr-FR" sz="1400" dirty="0" err="1"/>
              <a:t>think</a:t>
            </a:r>
            <a:r>
              <a:rPr lang="fr-FR" sz="1400" dirty="0"/>
              <a:t> I </a:t>
            </a:r>
            <a:r>
              <a:rPr lang="fr-FR" sz="1400" dirty="0" err="1"/>
              <a:t>measure</a:t>
            </a:r>
            <a:r>
              <a:rPr lang="fr-FR" sz="1400" dirty="0"/>
              <a:t> up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35A91468-4A5C-46EF-98C7-F3322B69D755}"/>
              </a:ext>
            </a:extLst>
          </p:cNvPr>
          <p:cNvSpPr txBox="1"/>
          <p:nvPr/>
        </p:nvSpPr>
        <p:spPr>
          <a:xfrm>
            <a:off x="2960215" y="4838836"/>
            <a:ext cx="3336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attr5_ - Q12 - How I </a:t>
            </a:r>
            <a:r>
              <a:rPr lang="fr-FR" sz="1400" dirty="0" err="1"/>
              <a:t>think</a:t>
            </a:r>
            <a:r>
              <a:rPr lang="fr-FR" sz="1400" dirty="0"/>
              <a:t> </a:t>
            </a:r>
            <a:r>
              <a:rPr lang="fr-FR" sz="1400" dirty="0" err="1"/>
              <a:t>they</a:t>
            </a:r>
            <a:r>
              <a:rPr lang="fr-FR" sz="1400" dirty="0"/>
              <a:t> </a:t>
            </a:r>
            <a:r>
              <a:rPr lang="fr-FR" sz="1400" dirty="0" err="1"/>
              <a:t>perceive</a:t>
            </a:r>
            <a:r>
              <a:rPr lang="fr-FR" sz="1400" dirty="0"/>
              <a:t> me</a:t>
            </a:r>
          </a:p>
        </p:txBody>
      </p:sp>
      <p:sp>
        <p:nvSpPr>
          <p:cNvPr id="20" name="Flèche : en arc 19">
            <a:extLst>
              <a:ext uri="{FF2B5EF4-FFF2-40B4-BE49-F238E27FC236}">
                <a16:creationId xmlns:a16="http://schemas.microsoft.com/office/drawing/2014/main" id="{39FD7A89-145B-B9DD-B7A9-927CFBCE35B4}"/>
              </a:ext>
            </a:extLst>
          </p:cNvPr>
          <p:cNvSpPr/>
          <p:nvPr/>
        </p:nvSpPr>
        <p:spPr>
          <a:xfrm rot="10800000">
            <a:off x="4165854" y="3828019"/>
            <a:ext cx="1104900" cy="1051465"/>
          </a:xfrm>
          <a:prstGeom prst="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1" name="Cercle : creux 20">
            <a:extLst>
              <a:ext uri="{FF2B5EF4-FFF2-40B4-BE49-F238E27FC236}">
                <a16:creationId xmlns:a16="http://schemas.microsoft.com/office/drawing/2014/main" id="{C1F883C3-1957-5A1D-3F88-2890E5ECB526}"/>
              </a:ext>
            </a:extLst>
          </p:cNvPr>
          <p:cNvSpPr/>
          <p:nvPr/>
        </p:nvSpPr>
        <p:spPr>
          <a:xfrm>
            <a:off x="3117623" y="3590544"/>
            <a:ext cx="764860" cy="722301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FF3DE83-4CA3-BF0B-9E16-E7C6AF92DA2C}"/>
              </a:ext>
            </a:extLst>
          </p:cNvPr>
          <p:cNvSpPr txBox="1"/>
          <p:nvPr/>
        </p:nvSpPr>
        <p:spPr>
          <a:xfrm>
            <a:off x="2318340" y="3023147"/>
            <a:ext cx="21181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attr7_ - Q15 – Importance of </a:t>
            </a:r>
            <a:r>
              <a:rPr lang="fr-FR" sz="1400" dirty="0" err="1"/>
              <a:t>attr</a:t>
            </a:r>
            <a:r>
              <a:rPr lang="fr-FR" sz="1400" dirty="0"/>
              <a:t> to the </a:t>
            </a:r>
            <a:r>
              <a:rPr lang="fr-FR" sz="1400" dirty="0" err="1"/>
              <a:t>decision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297956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B81B73-2442-900F-81DF-40FFFB00F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1AEE34D7-C834-7E77-BFD1-4D788F4E69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661595"/>
              </p:ext>
            </p:extLst>
          </p:nvPr>
        </p:nvGraphicFramePr>
        <p:xfrm>
          <a:off x="838200" y="2152226"/>
          <a:ext cx="1054608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732360744"/>
                    </a:ext>
                  </a:extLst>
                </a:gridCol>
                <a:gridCol w="2247900">
                  <a:extLst>
                    <a:ext uri="{9D8B030D-6E8A-4147-A177-3AD203B41FA5}">
                      <a16:colId xmlns:a16="http://schemas.microsoft.com/office/drawing/2014/main" val="388067696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13162947"/>
                    </a:ext>
                  </a:extLst>
                </a:gridCol>
                <a:gridCol w="2971801">
                  <a:extLst>
                    <a:ext uri="{9D8B030D-6E8A-4147-A177-3AD203B41FA5}">
                      <a16:colId xmlns:a16="http://schemas.microsoft.com/office/drawing/2014/main" val="24114473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Before</a:t>
                      </a:r>
                      <a:r>
                        <a:rPr lang="fr-FR" dirty="0"/>
                        <a:t> 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Halfway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The </a:t>
                      </a:r>
                      <a:r>
                        <a:rPr lang="fr-FR" dirty="0" err="1"/>
                        <a:t>day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after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3-4 </a:t>
                      </a:r>
                      <a:r>
                        <a:rPr lang="fr-FR" dirty="0" err="1"/>
                        <a:t>weeks</a:t>
                      </a:r>
                      <a:r>
                        <a:rPr lang="fr-FR" dirty="0"/>
                        <a:t> </a:t>
                      </a:r>
                      <a:r>
                        <a:rPr lang="fr-FR" dirty="0" err="1"/>
                        <a:t>after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285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_3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2129563"/>
                  </a:ext>
                </a:extLst>
              </a:tr>
            </a:tbl>
          </a:graphicData>
        </a:graphic>
      </p:graphicFrame>
      <p:pic>
        <p:nvPicPr>
          <p:cNvPr id="7" name="Graphique 6" descr="Homme avec un remplissage uni">
            <a:extLst>
              <a:ext uri="{FF2B5EF4-FFF2-40B4-BE49-F238E27FC236}">
                <a16:creationId xmlns:a16="http://schemas.microsoft.com/office/drawing/2014/main" id="{EA4C904E-AE16-1FBD-4E11-4A00619F9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70924" y="3717036"/>
            <a:ext cx="1743456" cy="1743456"/>
          </a:xfrm>
          <a:prstGeom prst="rect">
            <a:avLst/>
          </a:prstGeom>
        </p:spPr>
      </p:pic>
      <p:sp>
        <p:nvSpPr>
          <p:cNvPr id="8" name="Flèche : en arc 7">
            <a:extLst>
              <a:ext uri="{FF2B5EF4-FFF2-40B4-BE49-F238E27FC236}">
                <a16:creationId xmlns:a16="http://schemas.microsoft.com/office/drawing/2014/main" id="{923047B7-6CF2-0C76-DBE8-590543627D41}"/>
              </a:ext>
            </a:extLst>
          </p:cNvPr>
          <p:cNvSpPr/>
          <p:nvPr/>
        </p:nvSpPr>
        <p:spPr>
          <a:xfrm>
            <a:off x="9560426" y="3073239"/>
            <a:ext cx="978836" cy="1054438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141118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1" name="Cercle : creux 10">
            <a:extLst>
              <a:ext uri="{FF2B5EF4-FFF2-40B4-BE49-F238E27FC236}">
                <a16:creationId xmlns:a16="http://schemas.microsoft.com/office/drawing/2014/main" id="{7BAB3930-9692-2453-2120-644803235837}"/>
              </a:ext>
            </a:extLst>
          </p:cNvPr>
          <p:cNvSpPr/>
          <p:nvPr/>
        </p:nvSpPr>
        <p:spPr>
          <a:xfrm>
            <a:off x="9144160" y="4176243"/>
            <a:ext cx="415383" cy="392270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00BE6969-44EF-50AA-F22A-D67DA810A7D7}"/>
              </a:ext>
            </a:extLst>
          </p:cNvPr>
          <p:cNvSpPr/>
          <p:nvPr/>
        </p:nvSpPr>
        <p:spPr>
          <a:xfrm>
            <a:off x="10416540" y="3717036"/>
            <a:ext cx="678180" cy="4343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sp>
        <p:nvSpPr>
          <p:cNvPr id="13" name="Flèche : gauche 12">
            <a:extLst>
              <a:ext uri="{FF2B5EF4-FFF2-40B4-BE49-F238E27FC236}">
                <a16:creationId xmlns:a16="http://schemas.microsoft.com/office/drawing/2014/main" id="{E36B84E6-3006-E52D-43A8-389810C47533}"/>
              </a:ext>
            </a:extLst>
          </p:cNvPr>
          <p:cNvSpPr/>
          <p:nvPr/>
        </p:nvSpPr>
        <p:spPr>
          <a:xfrm>
            <a:off x="10508836" y="4226436"/>
            <a:ext cx="613156" cy="43433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4</a:t>
            </a:r>
          </a:p>
        </p:txBody>
      </p:sp>
      <p:sp>
        <p:nvSpPr>
          <p:cNvPr id="14" name="Flèche : gauche 13">
            <a:extLst>
              <a:ext uri="{FF2B5EF4-FFF2-40B4-BE49-F238E27FC236}">
                <a16:creationId xmlns:a16="http://schemas.microsoft.com/office/drawing/2014/main" id="{6290A3C8-4CAB-4469-5FC2-226BDEC287B9}"/>
              </a:ext>
            </a:extLst>
          </p:cNvPr>
          <p:cNvSpPr/>
          <p:nvPr/>
        </p:nvSpPr>
        <p:spPr>
          <a:xfrm>
            <a:off x="10529824" y="4833540"/>
            <a:ext cx="613156" cy="43433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</a:t>
            </a: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B6CE8933-5D2D-FD87-05FD-7C77911C007D}"/>
              </a:ext>
            </a:extLst>
          </p:cNvPr>
          <p:cNvGrpSpPr/>
          <p:nvPr/>
        </p:nvGrpSpPr>
        <p:grpSpPr>
          <a:xfrm>
            <a:off x="9553234" y="4967715"/>
            <a:ext cx="978836" cy="1054438"/>
            <a:chOff x="8715034" y="4967715"/>
            <a:chExt cx="978836" cy="1054438"/>
          </a:xfrm>
        </p:grpSpPr>
        <p:sp>
          <p:nvSpPr>
            <p:cNvPr id="16" name="Flèche : en arc 15">
              <a:extLst>
                <a:ext uri="{FF2B5EF4-FFF2-40B4-BE49-F238E27FC236}">
                  <a16:creationId xmlns:a16="http://schemas.microsoft.com/office/drawing/2014/main" id="{52F4FDA0-AA27-159F-6C94-27D0931913A2}"/>
                </a:ext>
              </a:extLst>
            </p:cNvPr>
            <p:cNvSpPr/>
            <p:nvPr/>
          </p:nvSpPr>
          <p:spPr>
            <a:xfrm rot="10800000">
              <a:off x="8715034" y="4967715"/>
              <a:ext cx="978836" cy="1054438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1411180"/>
                <a:gd name="adj5" fmla="val 125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CFF2C7-4408-D2AB-FFC5-7E455597C99D}"/>
                </a:ext>
              </a:extLst>
            </p:cNvPr>
            <p:cNvSpPr txBox="1"/>
            <p:nvPr/>
          </p:nvSpPr>
          <p:spPr>
            <a:xfrm>
              <a:off x="9053609" y="546049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5</a:t>
              </a:r>
            </a:p>
          </p:txBody>
        </p:sp>
      </p:grpSp>
      <p:pic>
        <p:nvPicPr>
          <p:cNvPr id="21" name="Graphique 20" descr="Homme avec un remplissage uni">
            <a:extLst>
              <a:ext uri="{FF2B5EF4-FFF2-40B4-BE49-F238E27FC236}">
                <a16:creationId xmlns:a16="http://schemas.microsoft.com/office/drawing/2014/main" id="{696449F9-A819-9896-4F16-BA8305B379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7535" y="3766889"/>
            <a:ext cx="1743456" cy="1743456"/>
          </a:xfrm>
          <a:prstGeom prst="rect">
            <a:avLst/>
          </a:prstGeom>
        </p:spPr>
      </p:pic>
      <p:sp>
        <p:nvSpPr>
          <p:cNvPr id="22" name="Flèche : en arc 21">
            <a:extLst>
              <a:ext uri="{FF2B5EF4-FFF2-40B4-BE49-F238E27FC236}">
                <a16:creationId xmlns:a16="http://schemas.microsoft.com/office/drawing/2014/main" id="{AC3E0718-D65C-7B26-8D89-A0038EAC1241}"/>
              </a:ext>
            </a:extLst>
          </p:cNvPr>
          <p:cNvSpPr/>
          <p:nvPr/>
        </p:nvSpPr>
        <p:spPr>
          <a:xfrm>
            <a:off x="6687037" y="3123092"/>
            <a:ext cx="978836" cy="1054438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141118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Cercle : creux 22">
            <a:extLst>
              <a:ext uri="{FF2B5EF4-FFF2-40B4-BE49-F238E27FC236}">
                <a16:creationId xmlns:a16="http://schemas.microsoft.com/office/drawing/2014/main" id="{DF645648-4972-C782-6274-AB1BC898624F}"/>
              </a:ext>
            </a:extLst>
          </p:cNvPr>
          <p:cNvSpPr/>
          <p:nvPr/>
        </p:nvSpPr>
        <p:spPr>
          <a:xfrm>
            <a:off x="6270771" y="4226096"/>
            <a:ext cx="415383" cy="392270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4" name="Flèche : droite 23">
            <a:extLst>
              <a:ext uri="{FF2B5EF4-FFF2-40B4-BE49-F238E27FC236}">
                <a16:creationId xmlns:a16="http://schemas.microsoft.com/office/drawing/2014/main" id="{9EDEDFE2-A895-9CD3-A94C-82C679BD432A}"/>
              </a:ext>
            </a:extLst>
          </p:cNvPr>
          <p:cNvSpPr/>
          <p:nvPr/>
        </p:nvSpPr>
        <p:spPr>
          <a:xfrm>
            <a:off x="7543151" y="3766889"/>
            <a:ext cx="678180" cy="4343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sp>
        <p:nvSpPr>
          <p:cNvPr id="25" name="Flèche : gauche 24">
            <a:extLst>
              <a:ext uri="{FF2B5EF4-FFF2-40B4-BE49-F238E27FC236}">
                <a16:creationId xmlns:a16="http://schemas.microsoft.com/office/drawing/2014/main" id="{657857E1-D75D-953C-9A54-A5C8EAD8630D}"/>
              </a:ext>
            </a:extLst>
          </p:cNvPr>
          <p:cNvSpPr/>
          <p:nvPr/>
        </p:nvSpPr>
        <p:spPr>
          <a:xfrm>
            <a:off x="7635447" y="4276289"/>
            <a:ext cx="613156" cy="43433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4</a:t>
            </a:r>
          </a:p>
        </p:txBody>
      </p:sp>
      <p:sp>
        <p:nvSpPr>
          <p:cNvPr id="26" name="Flèche : gauche 25">
            <a:extLst>
              <a:ext uri="{FF2B5EF4-FFF2-40B4-BE49-F238E27FC236}">
                <a16:creationId xmlns:a16="http://schemas.microsoft.com/office/drawing/2014/main" id="{B4663B97-4377-2AA8-2289-561548A974EB}"/>
              </a:ext>
            </a:extLst>
          </p:cNvPr>
          <p:cNvSpPr/>
          <p:nvPr/>
        </p:nvSpPr>
        <p:spPr>
          <a:xfrm>
            <a:off x="7656435" y="4883393"/>
            <a:ext cx="613156" cy="43433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</a:t>
            </a:r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64D767D7-D35D-0B24-8DAF-51218268AA9B}"/>
              </a:ext>
            </a:extLst>
          </p:cNvPr>
          <p:cNvGrpSpPr/>
          <p:nvPr/>
        </p:nvGrpSpPr>
        <p:grpSpPr>
          <a:xfrm>
            <a:off x="6679845" y="5017568"/>
            <a:ext cx="978836" cy="1054438"/>
            <a:chOff x="8715034" y="4967715"/>
            <a:chExt cx="978836" cy="1054438"/>
          </a:xfrm>
        </p:grpSpPr>
        <p:sp>
          <p:nvSpPr>
            <p:cNvPr id="28" name="Flèche : en arc 27">
              <a:extLst>
                <a:ext uri="{FF2B5EF4-FFF2-40B4-BE49-F238E27FC236}">
                  <a16:creationId xmlns:a16="http://schemas.microsoft.com/office/drawing/2014/main" id="{21AB189C-2DD3-3B4C-6FCD-786A864B4CF6}"/>
                </a:ext>
              </a:extLst>
            </p:cNvPr>
            <p:cNvSpPr/>
            <p:nvPr/>
          </p:nvSpPr>
          <p:spPr>
            <a:xfrm rot="10800000">
              <a:off x="8715034" y="4967715"/>
              <a:ext cx="978836" cy="1054438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1411180"/>
                <a:gd name="adj5" fmla="val 125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524C484-88E1-F762-2E36-F858B89BD999}"/>
                </a:ext>
              </a:extLst>
            </p:cNvPr>
            <p:cNvSpPr txBox="1"/>
            <p:nvPr/>
          </p:nvSpPr>
          <p:spPr>
            <a:xfrm>
              <a:off x="9053609" y="546049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5</a:t>
              </a:r>
            </a:p>
          </p:txBody>
        </p:sp>
      </p:grpSp>
      <p:pic>
        <p:nvPicPr>
          <p:cNvPr id="30" name="Graphique 29" descr="Homme avec un remplissage uni">
            <a:extLst>
              <a:ext uri="{FF2B5EF4-FFF2-40B4-BE49-F238E27FC236}">
                <a16:creationId xmlns:a16="http://schemas.microsoft.com/office/drawing/2014/main" id="{6C10B5FB-398E-286F-CA86-E90DD7EC4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02189" y="3717036"/>
            <a:ext cx="1743456" cy="1743456"/>
          </a:xfrm>
          <a:prstGeom prst="rect">
            <a:avLst/>
          </a:prstGeom>
        </p:spPr>
      </p:pic>
      <p:sp>
        <p:nvSpPr>
          <p:cNvPr id="31" name="Flèche : en arc 30">
            <a:extLst>
              <a:ext uri="{FF2B5EF4-FFF2-40B4-BE49-F238E27FC236}">
                <a16:creationId xmlns:a16="http://schemas.microsoft.com/office/drawing/2014/main" id="{C5773B54-61D8-F780-472B-829818E918A9}"/>
              </a:ext>
            </a:extLst>
          </p:cNvPr>
          <p:cNvSpPr/>
          <p:nvPr/>
        </p:nvSpPr>
        <p:spPr>
          <a:xfrm>
            <a:off x="4091691" y="3073239"/>
            <a:ext cx="978836" cy="1054438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141118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31A4B304-DDA5-456F-50CC-6CDB5AA6AE62}"/>
              </a:ext>
            </a:extLst>
          </p:cNvPr>
          <p:cNvSpPr/>
          <p:nvPr/>
        </p:nvSpPr>
        <p:spPr>
          <a:xfrm>
            <a:off x="4947805" y="3717036"/>
            <a:ext cx="678180" cy="4343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pic>
        <p:nvPicPr>
          <p:cNvPr id="39" name="Graphique 38" descr="Homme avec un remplissage uni">
            <a:extLst>
              <a:ext uri="{FF2B5EF4-FFF2-40B4-BE49-F238E27FC236}">
                <a16:creationId xmlns:a16="http://schemas.microsoft.com/office/drawing/2014/main" id="{BB0FF894-4599-54AF-DFC6-97EC736B8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331" y="3696785"/>
            <a:ext cx="1743456" cy="1743456"/>
          </a:xfrm>
          <a:prstGeom prst="rect">
            <a:avLst/>
          </a:prstGeom>
        </p:spPr>
      </p:pic>
      <p:sp>
        <p:nvSpPr>
          <p:cNvPr id="40" name="Flèche : en arc 39">
            <a:extLst>
              <a:ext uri="{FF2B5EF4-FFF2-40B4-BE49-F238E27FC236}">
                <a16:creationId xmlns:a16="http://schemas.microsoft.com/office/drawing/2014/main" id="{4EBFF167-AABB-F50B-1FA8-F2A03E05AE29}"/>
              </a:ext>
            </a:extLst>
          </p:cNvPr>
          <p:cNvSpPr/>
          <p:nvPr/>
        </p:nvSpPr>
        <p:spPr>
          <a:xfrm>
            <a:off x="1524833" y="3052988"/>
            <a:ext cx="978836" cy="1054438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141118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Flèche : droite 41">
            <a:extLst>
              <a:ext uri="{FF2B5EF4-FFF2-40B4-BE49-F238E27FC236}">
                <a16:creationId xmlns:a16="http://schemas.microsoft.com/office/drawing/2014/main" id="{0A729B47-653A-D7D3-74E4-ACD4BFE164B1}"/>
              </a:ext>
            </a:extLst>
          </p:cNvPr>
          <p:cNvSpPr/>
          <p:nvPr/>
        </p:nvSpPr>
        <p:spPr>
          <a:xfrm>
            <a:off x="2380947" y="3696785"/>
            <a:ext cx="678180" cy="4343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sp>
        <p:nvSpPr>
          <p:cNvPr id="43" name="Flèche : gauche 42">
            <a:extLst>
              <a:ext uri="{FF2B5EF4-FFF2-40B4-BE49-F238E27FC236}">
                <a16:creationId xmlns:a16="http://schemas.microsoft.com/office/drawing/2014/main" id="{BBD9F26A-6D32-516C-154F-522F8E03A23A}"/>
              </a:ext>
            </a:extLst>
          </p:cNvPr>
          <p:cNvSpPr/>
          <p:nvPr/>
        </p:nvSpPr>
        <p:spPr>
          <a:xfrm>
            <a:off x="2473243" y="4206185"/>
            <a:ext cx="613156" cy="43433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4</a:t>
            </a:r>
          </a:p>
        </p:txBody>
      </p:sp>
      <p:sp>
        <p:nvSpPr>
          <p:cNvPr id="44" name="Flèche : gauche 43">
            <a:extLst>
              <a:ext uri="{FF2B5EF4-FFF2-40B4-BE49-F238E27FC236}">
                <a16:creationId xmlns:a16="http://schemas.microsoft.com/office/drawing/2014/main" id="{3E4E16A6-D207-52E1-F81B-C58F86383F05}"/>
              </a:ext>
            </a:extLst>
          </p:cNvPr>
          <p:cNvSpPr/>
          <p:nvPr/>
        </p:nvSpPr>
        <p:spPr>
          <a:xfrm>
            <a:off x="2494231" y="4813289"/>
            <a:ext cx="613156" cy="43433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</a:t>
            </a: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95DBB188-75E6-1711-A697-DC5A9A26B3ED}"/>
              </a:ext>
            </a:extLst>
          </p:cNvPr>
          <p:cNvGrpSpPr/>
          <p:nvPr/>
        </p:nvGrpSpPr>
        <p:grpSpPr>
          <a:xfrm>
            <a:off x="1517641" y="4947464"/>
            <a:ext cx="978836" cy="1054438"/>
            <a:chOff x="8715034" y="4967715"/>
            <a:chExt cx="978836" cy="1054438"/>
          </a:xfrm>
        </p:grpSpPr>
        <p:sp>
          <p:nvSpPr>
            <p:cNvPr id="46" name="Flèche : en arc 45">
              <a:extLst>
                <a:ext uri="{FF2B5EF4-FFF2-40B4-BE49-F238E27FC236}">
                  <a16:creationId xmlns:a16="http://schemas.microsoft.com/office/drawing/2014/main" id="{E893D34F-9325-960B-9BDA-336C0E5CD29E}"/>
                </a:ext>
              </a:extLst>
            </p:cNvPr>
            <p:cNvSpPr/>
            <p:nvPr/>
          </p:nvSpPr>
          <p:spPr>
            <a:xfrm rot="10800000">
              <a:off x="8715034" y="4967715"/>
              <a:ext cx="978836" cy="1054438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1411180"/>
                <a:gd name="adj5" fmla="val 125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252A2FCF-A6A3-7D22-8210-FA2F3305DE1B}"/>
                </a:ext>
              </a:extLst>
            </p:cNvPr>
            <p:cNvSpPr txBox="1"/>
            <p:nvPr/>
          </p:nvSpPr>
          <p:spPr>
            <a:xfrm>
              <a:off x="9053609" y="546049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5</a:t>
              </a:r>
            </a:p>
          </p:txBody>
        </p:sp>
      </p:grpSp>
      <p:pic>
        <p:nvPicPr>
          <p:cNvPr id="48" name="Graphique 47" descr="Nuage contour">
            <a:extLst>
              <a:ext uri="{FF2B5EF4-FFF2-40B4-BE49-F238E27FC236}">
                <a16:creationId xmlns:a16="http://schemas.microsoft.com/office/drawing/2014/main" id="{53323B2A-E1C8-EB6C-66DF-478B67FC27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8186" y="3486406"/>
            <a:ext cx="497653" cy="497653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FC815EB-4FDF-E63F-BB51-D9BE1E8D230C}"/>
              </a:ext>
            </a:extLst>
          </p:cNvPr>
          <p:cNvSpPr/>
          <p:nvPr/>
        </p:nvSpPr>
        <p:spPr>
          <a:xfrm>
            <a:off x="1153026" y="3913955"/>
            <a:ext cx="427971" cy="339112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0" name="Graphique 49" descr="Nuage contour">
            <a:extLst>
              <a:ext uri="{FF2B5EF4-FFF2-40B4-BE49-F238E27FC236}">
                <a16:creationId xmlns:a16="http://schemas.microsoft.com/office/drawing/2014/main" id="{9ECA3C2C-C011-5F0B-E123-5C43E7F54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33403" y="3418934"/>
            <a:ext cx="497653" cy="497653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0BAF4D47-10EB-C9E6-A1DF-EDCED77386BD}"/>
              </a:ext>
            </a:extLst>
          </p:cNvPr>
          <p:cNvSpPr/>
          <p:nvPr/>
        </p:nvSpPr>
        <p:spPr>
          <a:xfrm>
            <a:off x="3768243" y="3846483"/>
            <a:ext cx="427971" cy="339112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2" name="Graphique 51" descr="Nuage contour">
            <a:extLst>
              <a:ext uri="{FF2B5EF4-FFF2-40B4-BE49-F238E27FC236}">
                <a16:creationId xmlns:a16="http://schemas.microsoft.com/office/drawing/2014/main" id="{20A36D3B-29AB-BFF9-6AF9-24EF67B3F5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14094" y="3373006"/>
            <a:ext cx="497653" cy="497653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6640E19D-B30C-FCA8-0735-D8ED62F36252}"/>
              </a:ext>
            </a:extLst>
          </p:cNvPr>
          <p:cNvSpPr/>
          <p:nvPr/>
        </p:nvSpPr>
        <p:spPr>
          <a:xfrm>
            <a:off x="6248934" y="3800555"/>
            <a:ext cx="427971" cy="339112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4" name="Graphique 53" descr="Nuage contour">
            <a:extLst>
              <a:ext uri="{FF2B5EF4-FFF2-40B4-BE49-F238E27FC236}">
                <a16:creationId xmlns:a16="http://schemas.microsoft.com/office/drawing/2014/main" id="{C6FBF494-9779-AC84-0265-49DEF122D7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96247" y="3349492"/>
            <a:ext cx="497653" cy="497653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82517D41-EC7F-0FA7-1427-C51E48A8E853}"/>
              </a:ext>
            </a:extLst>
          </p:cNvPr>
          <p:cNvSpPr/>
          <p:nvPr/>
        </p:nvSpPr>
        <p:spPr>
          <a:xfrm>
            <a:off x="9131087" y="3777041"/>
            <a:ext cx="427971" cy="339112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5500931"/>
      </p:ext>
    </p:extLst>
  </p:cSld>
  <p:clrMapOvr>
    <a:masterClrMapping/>
  </p:clrMapOvr>
</p:sld>
</file>

<file path=ppt/theme/theme1.xml><?xml version="1.0" encoding="utf-8"?>
<a:theme xmlns:a="http://schemas.openxmlformats.org/drawingml/2006/main" name="00_notes_de_stag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00_notes_de_stage</Template>
  <TotalTime>650</TotalTime>
  <Words>720</Words>
  <Application>Microsoft Office PowerPoint</Application>
  <PresentationFormat>Grand écran</PresentationFormat>
  <Paragraphs>106</Paragraphs>
  <Slides>10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Courier New</vt:lpstr>
      <vt:lpstr>00_notes_de_stage</vt:lpstr>
      <vt:lpstr>Projet Speed Dating</vt:lpstr>
      <vt:lpstr>Specifications</vt:lpstr>
      <vt:lpstr>Présentation PowerPoint</vt:lpstr>
      <vt:lpstr>En vrac</vt:lpstr>
      <vt:lpstr>Timing</vt:lpstr>
      <vt:lpstr>Idées de questions</vt:lpstr>
      <vt:lpstr>Speed Dating</vt:lpstr>
      <vt:lpstr>What do we get ?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Tinder</dc:title>
  <dc:creator>Philippe Baucour</dc:creator>
  <cp:lastModifiedBy>Philippe Baucour</cp:lastModifiedBy>
  <cp:revision>1</cp:revision>
  <dcterms:created xsi:type="dcterms:W3CDTF">2024-03-25T20:22:26Z</dcterms:created>
  <dcterms:modified xsi:type="dcterms:W3CDTF">2024-03-26T16:35:40Z</dcterms:modified>
</cp:coreProperties>
</file>